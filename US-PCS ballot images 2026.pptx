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0" r:id="rId2"/>
  </p:sldMasterIdLst>
  <p:notesMasterIdLst>
    <p:notesMasterId r:id="rId8"/>
  </p:notesMasterIdLst>
  <p:sldIdLst>
    <p:sldId id="806" r:id="rId3"/>
    <p:sldId id="808" r:id="rId4"/>
    <p:sldId id="802" r:id="rId5"/>
    <p:sldId id="803" r:id="rId6"/>
    <p:sldId id="804" r:id="rId7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0D1D49B2-C01F-438C-A1BE-F96EC5A09F44}">
          <p14:sldIdLst>
            <p14:sldId id="806"/>
            <p14:sldId id="808"/>
            <p14:sldId id="802"/>
            <p14:sldId id="803"/>
            <p14:sldId id="80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2795" userDrawn="1">
          <p15:clr>
            <a:srgbClr val="A4A3A4"/>
          </p15:clr>
        </p15:guide>
        <p15:guide id="4" orient="horz" pos="1525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7C9FB"/>
    <a:srgbClr val="F3E6CD"/>
    <a:srgbClr val="E1C387"/>
    <a:srgbClr val="AE832C"/>
    <a:srgbClr val="FF9875"/>
    <a:srgbClr val="EAD6AC"/>
    <a:srgbClr val="54A831"/>
    <a:srgbClr val="E86328"/>
    <a:srgbClr val="CAD404"/>
    <a:srgbClr val="F7D3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FC79445-217A-4049-A263-C1F1F47086FA}" v="1" dt="2026-02-06T16:54:38.87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8FB837D-C827-4EFA-A057-4D05807E0F7C}" styleName="Stile con tema 1 - Colore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10A1B5D5-9B99-4C35-A422-299274C87663}" styleName="Stile medio 1 - Colore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84E427A-3D55-4303-BF80-6455036E1DE7}" styleName="Stile con tema 1 - Colore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F5AB1C69-6EDB-4FF4-983F-18BD219EF322}" styleName="Stile medio 2 - Color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D7B26C5-4107-4FEC-AEDC-1716B250A1EF}" styleName="Stile chi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E3FDE45-AF77-4B5C-9715-49D594BDF05E}" styleName="Stile chiaro 1 - Colore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D113A9D2-9D6B-4929-AA2D-F23B5EE8CBE7}" styleName="Stile con tema 2 - Colore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27F97BB-C833-4FB7-BDE5-3F7075034690}" styleName="Stile con tema 2 - Colore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essuno stile, griglia tabel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Stile chiaro 3 - Colore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CAF9ED-07DC-4A11-8D7F-57B35C25682E}" styleName="Stile medio 1 - Colore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DA37D80-6434-44D0-A028-1B22A696006F}" styleName="Stile chiaro 3 - Colore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18603FDC-E32A-4AB5-989C-0864C3EAD2B8}" styleName="Stile con tema 2 - Colore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Stile con tema 1 - Colore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C2FFA5D-87B4-456A-9821-1D502468CF0F}" styleName="Stile con tema 1 - Colore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418" autoAdjust="0"/>
    <p:restoredTop sz="89677" autoAdjust="0"/>
  </p:normalViewPr>
  <p:slideViewPr>
    <p:cSldViewPr>
      <p:cViewPr varScale="1">
        <p:scale>
          <a:sx n="135" d="100"/>
          <a:sy n="135" d="100"/>
        </p:scale>
        <p:origin x="2862" y="114"/>
      </p:cViewPr>
      <p:guideLst>
        <p:guide orient="horz" pos="2160"/>
        <p:guide pos="2880"/>
        <p:guide orient="horz" pos="2795"/>
        <p:guide orient="horz" pos="152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>
      <p:cViewPr varScale="1">
        <p:scale>
          <a:sx n="56" d="100"/>
          <a:sy n="56" d="100"/>
        </p:scale>
        <p:origin x="-2826" y="-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theme" Target="theme/theme1.xml"/><Relationship Id="rId5" Type="http://schemas.openxmlformats.org/officeDocument/2006/relationships/slide" Target="slides/slide3.xml"/><Relationship Id="rId10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DAmore" userId="6c907a5d-b0f9-4fba-9ed8-239ca07eb4c3" providerId="ADAL" clId="{0BA83315-BFC7-48B5-B840-776AC1EF4761}"/>
    <pc:docChg chg="undo custSel addSld delSld modSld sldOrd modSection">
      <pc:chgData name="John DAmore" userId="6c907a5d-b0f9-4fba-9ed8-239ca07eb4c3" providerId="ADAL" clId="{0BA83315-BFC7-48B5-B840-776AC1EF4761}" dt="2026-02-06T21:28:02.378" v="693" actId="1038"/>
      <pc:docMkLst>
        <pc:docMk/>
      </pc:docMkLst>
      <pc:sldChg chg="addSp delSp modSp add del mod">
        <pc:chgData name="John DAmore" userId="6c907a5d-b0f9-4fba-9ed8-239ca07eb4c3" providerId="ADAL" clId="{0BA83315-BFC7-48B5-B840-776AC1EF4761}" dt="2026-02-05T12:38:07.400" v="639" actId="1035"/>
        <pc:sldMkLst>
          <pc:docMk/>
          <pc:sldMk cId="544108224" sldId="256"/>
        </pc:sldMkLst>
        <pc:spChg chg="add mod">
          <ac:chgData name="John DAmore" userId="6c907a5d-b0f9-4fba-9ed8-239ca07eb4c3" providerId="ADAL" clId="{0BA83315-BFC7-48B5-B840-776AC1EF4761}" dt="2026-02-05T12:37:31.791" v="632" actId="1035"/>
          <ac:spMkLst>
            <pc:docMk/>
            <pc:sldMk cId="544108224" sldId="256"/>
            <ac:spMk id="2" creationId="{A09679CF-46A1-83D9-9AA2-18AF586750CC}"/>
          </ac:spMkLst>
        </pc:spChg>
        <pc:spChg chg="add del mod">
          <ac:chgData name="John DAmore" userId="6c907a5d-b0f9-4fba-9ed8-239ca07eb4c3" providerId="ADAL" clId="{0BA83315-BFC7-48B5-B840-776AC1EF4761}" dt="2026-02-05T12:35:32.937" v="621" actId="478"/>
          <ac:spMkLst>
            <pc:docMk/>
            <pc:sldMk cId="544108224" sldId="256"/>
            <ac:spMk id="5" creationId="{1971A7DE-37B6-271D-4572-AE8D7B3BB46A}"/>
          </ac:spMkLst>
        </pc:spChg>
        <pc:spChg chg="mod">
          <ac:chgData name="John DAmore" userId="6c907a5d-b0f9-4fba-9ed8-239ca07eb4c3" providerId="ADAL" clId="{0BA83315-BFC7-48B5-B840-776AC1EF4761}" dt="2026-02-04T18:43:34.781" v="168" actId="14100"/>
          <ac:spMkLst>
            <pc:docMk/>
            <pc:sldMk cId="544108224" sldId="256"/>
            <ac:spMk id="6" creationId="{807955C0-4C8D-94DA-5171-A601EC747947}"/>
          </ac:spMkLst>
        </pc:spChg>
        <pc:spChg chg="mod">
          <ac:chgData name="John DAmore" userId="6c907a5d-b0f9-4fba-9ed8-239ca07eb4c3" providerId="ADAL" clId="{0BA83315-BFC7-48B5-B840-776AC1EF4761}" dt="2026-02-05T12:37:54.883" v="637" actId="1035"/>
          <ac:spMkLst>
            <pc:docMk/>
            <pc:sldMk cId="544108224" sldId="256"/>
            <ac:spMk id="7" creationId="{95C171B9-1515-4E82-711C-6CD0EF2A5BC8}"/>
          </ac:spMkLst>
        </pc:spChg>
        <pc:spChg chg="mod">
          <ac:chgData name="John DAmore" userId="6c907a5d-b0f9-4fba-9ed8-239ca07eb4c3" providerId="ADAL" clId="{0BA83315-BFC7-48B5-B840-776AC1EF4761}" dt="2026-02-05T12:38:07.400" v="639" actId="1035"/>
          <ac:spMkLst>
            <pc:docMk/>
            <pc:sldMk cId="544108224" sldId="256"/>
            <ac:spMk id="8" creationId="{A9FAACDF-F4EB-D565-858E-B4211A573E2B}"/>
          </ac:spMkLst>
        </pc:spChg>
        <pc:spChg chg="mod">
          <ac:chgData name="John DAmore" userId="6c907a5d-b0f9-4fba-9ed8-239ca07eb4c3" providerId="ADAL" clId="{0BA83315-BFC7-48B5-B840-776AC1EF4761}" dt="2026-02-04T19:08:43.353" v="532" actId="1076"/>
          <ac:spMkLst>
            <pc:docMk/>
            <pc:sldMk cId="544108224" sldId="256"/>
            <ac:spMk id="9" creationId="{DF192149-A56A-71A1-F047-20AA0A259F92}"/>
          </ac:spMkLst>
        </pc:spChg>
        <pc:spChg chg="mod">
          <ac:chgData name="John DAmore" userId="6c907a5d-b0f9-4fba-9ed8-239ca07eb4c3" providerId="ADAL" clId="{0BA83315-BFC7-48B5-B840-776AC1EF4761}" dt="2026-02-04T19:08:43.353" v="532" actId="1076"/>
          <ac:spMkLst>
            <pc:docMk/>
            <pc:sldMk cId="544108224" sldId="256"/>
            <ac:spMk id="10" creationId="{0B78D462-4ACD-B6FC-F337-2929F4182B63}"/>
          </ac:spMkLst>
        </pc:spChg>
        <pc:spChg chg="mod">
          <ac:chgData name="John DAmore" userId="6c907a5d-b0f9-4fba-9ed8-239ca07eb4c3" providerId="ADAL" clId="{0BA83315-BFC7-48B5-B840-776AC1EF4761}" dt="2026-02-04T19:09:42.830" v="550" actId="552"/>
          <ac:spMkLst>
            <pc:docMk/>
            <pc:sldMk cId="544108224" sldId="256"/>
            <ac:spMk id="15" creationId="{6E37BDA2-EE5C-DD66-C96D-F16A6BAD064F}"/>
          </ac:spMkLst>
        </pc:spChg>
        <pc:spChg chg="mod">
          <ac:chgData name="John DAmore" userId="6c907a5d-b0f9-4fba-9ed8-239ca07eb4c3" providerId="ADAL" clId="{0BA83315-BFC7-48B5-B840-776AC1EF4761}" dt="2026-02-05T12:36:12.932" v="627" actId="1076"/>
          <ac:spMkLst>
            <pc:docMk/>
            <pc:sldMk cId="544108224" sldId="256"/>
            <ac:spMk id="16" creationId="{7A0B744D-958C-F050-B522-793E7BCABAA2}"/>
          </ac:spMkLst>
        </pc:spChg>
        <pc:spChg chg="add mod">
          <ac:chgData name="John DAmore" userId="6c907a5d-b0f9-4fba-9ed8-239ca07eb4c3" providerId="ADAL" clId="{0BA83315-BFC7-48B5-B840-776AC1EF4761}" dt="2026-02-04T19:10:21.316" v="588" actId="20577"/>
          <ac:spMkLst>
            <pc:docMk/>
            <pc:sldMk cId="544108224" sldId="256"/>
            <ac:spMk id="19" creationId="{D792E681-0E14-27CE-693D-4DC568F632D6}"/>
          </ac:spMkLst>
        </pc:spChg>
        <pc:spChg chg="add mod">
          <ac:chgData name="John DAmore" userId="6c907a5d-b0f9-4fba-9ed8-239ca07eb4c3" providerId="ADAL" clId="{0BA83315-BFC7-48B5-B840-776AC1EF4761}" dt="2026-02-05T12:36:38.491" v="629" actId="1076"/>
          <ac:spMkLst>
            <pc:docMk/>
            <pc:sldMk cId="544108224" sldId="256"/>
            <ac:spMk id="21" creationId="{44A11B3F-6A4C-285E-CCEB-07CCFAD6FE4B}"/>
          </ac:spMkLst>
        </pc:spChg>
        <pc:spChg chg="mod">
          <ac:chgData name="John DAmore" userId="6c907a5d-b0f9-4fba-9ed8-239ca07eb4c3" providerId="ADAL" clId="{0BA83315-BFC7-48B5-B840-776AC1EF4761}" dt="2026-02-04T19:08:43.353" v="532" actId="1076"/>
          <ac:spMkLst>
            <pc:docMk/>
            <pc:sldMk cId="544108224" sldId="256"/>
            <ac:spMk id="23" creationId="{73241D68-4816-DF18-FE38-52FACB4062EF}"/>
          </ac:spMkLst>
        </pc:spChg>
        <pc:spChg chg="mod">
          <ac:chgData name="John DAmore" userId="6c907a5d-b0f9-4fba-9ed8-239ca07eb4c3" providerId="ADAL" clId="{0BA83315-BFC7-48B5-B840-776AC1EF4761}" dt="2026-02-04T19:08:43.353" v="532" actId="1076"/>
          <ac:spMkLst>
            <pc:docMk/>
            <pc:sldMk cId="544108224" sldId="256"/>
            <ac:spMk id="24" creationId="{B7992752-4EE0-01E4-A936-C269997C4AF6}"/>
          </ac:spMkLst>
        </pc:spChg>
        <pc:spChg chg="mod">
          <ac:chgData name="John DAmore" userId="6c907a5d-b0f9-4fba-9ed8-239ca07eb4c3" providerId="ADAL" clId="{0BA83315-BFC7-48B5-B840-776AC1EF4761}" dt="2026-02-05T12:37:54.883" v="637" actId="1035"/>
          <ac:spMkLst>
            <pc:docMk/>
            <pc:sldMk cId="544108224" sldId="256"/>
            <ac:spMk id="26" creationId="{CEC1A5FF-7DEB-2BA5-302B-66B563C7C557}"/>
          </ac:spMkLst>
        </pc:spChg>
        <pc:spChg chg="mod">
          <ac:chgData name="John DAmore" userId="6c907a5d-b0f9-4fba-9ed8-239ca07eb4c3" providerId="ADAL" clId="{0BA83315-BFC7-48B5-B840-776AC1EF4761}" dt="2026-02-05T12:37:46.432" v="634" actId="1035"/>
          <ac:spMkLst>
            <pc:docMk/>
            <pc:sldMk cId="544108224" sldId="256"/>
            <ac:spMk id="28" creationId="{DD26BFA1-BD9A-B2EB-59C7-5447F561A002}"/>
          </ac:spMkLst>
        </pc:spChg>
        <pc:cxnChg chg="del mod">
          <ac:chgData name="John DAmore" userId="6c907a5d-b0f9-4fba-9ed8-239ca07eb4c3" providerId="ADAL" clId="{0BA83315-BFC7-48B5-B840-776AC1EF4761}" dt="2026-02-05T12:35:32.937" v="621" actId="478"/>
          <ac:cxnSpMkLst>
            <pc:docMk/>
            <pc:sldMk cId="544108224" sldId="256"/>
            <ac:cxnSpMk id="3" creationId="{A086E946-56BD-3D8F-8C37-4D31DA363A1C}"/>
          </ac:cxnSpMkLst>
        </pc:cxnChg>
        <pc:cxnChg chg="mod">
          <ac:chgData name="John DAmore" userId="6c907a5d-b0f9-4fba-9ed8-239ca07eb4c3" providerId="ADAL" clId="{0BA83315-BFC7-48B5-B840-776AC1EF4761}" dt="2026-02-05T12:37:46.432" v="634" actId="1035"/>
          <ac:cxnSpMkLst>
            <pc:docMk/>
            <pc:sldMk cId="544108224" sldId="256"/>
            <ac:cxnSpMk id="4" creationId="{B90A097F-31D3-D51F-A111-85FB4A85328F}"/>
          </ac:cxnSpMkLst>
        </pc:cxnChg>
        <pc:cxnChg chg="add mod">
          <ac:chgData name="John DAmore" userId="6c907a5d-b0f9-4fba-9ed8-239ca07eb4c3" providerId="ADAL" clId="{0BA83315-BFC7-48B5-B840-776AC1EF4761}" dt="2026-02-04T18:52:23.015" v="410" actId="1076"/>
          <ac:cxnSpMkLst>
            <pc:docMk/>
            <pc:sldMk cId="544108224" sldId="256"/>
            <ac:cxnSpMk id="12" creationId="{B12E4C1F-E353-D2DB-0F59-C8C553D70B3B}"/>
          </ac:cxnSpMkLst>
        </pc:cxnChg>
        <pc:cxnChg chg="mod">
          <ac:chgData name="John DAmore" userId="6c907a5d-b0f9-4fba-9ed8-239ca07eb4c3" providerId="ADAL" clId="{0BA83315-BFC7-48B5-B840-776AC1EF4761}" dt="2026-02-04T19:09:02.481" v="535" actId="14100"/>
          <ac:cxnSpMkLst>
            <pc:docMk/>
            <pc:sldMk cId="544108224" sldId="256"/>
            <ac:cxnSpMk id="13" creationId="{D786E109-5F90-E406-7B85-44CAA65E5F90}"/>
          </ac:cxnSpMkLst>
        </pc:cxnChg>
        <pc:cxnChg chg="del mod">
          <ac:chgData name="John DAmore" userId="6c907a5d-b0f9-4fba-9ed8-239ca07eb4c3" providerId="ADAL" clId="{0BA83315-BFC7-48B5-B840-776AC1EF4761}" dt="2026-02-05T12:35:32.937" v="621" actId="478"/>
          <ac:cxnSpMkLst>
            <pc:docMk/>
            <pc:sldMk cId="544108224" sldId="256"/>
            <ac:cxnSpMk id="17" creationId="{54B9FD6D-A9D2-113D-5126-105212259E54}"/>
          </ac:cxnSpMkLst>
        </pc:cxnChg>
        <pc:cxnChg chg="mod">
          <ac:chgData name="John DAmore" userId="6c907a5d-b0f9-4fba-9ed8-239ca07eb4c3" providerId="ADAL" clId="{0BA83315-BFC7-48B5-B840-776AC1EF4761}" dt="2026-02-05T12:37:54.883" v="637" actId="1035"/>
          <ac:cxnSpMkLst>
            <pc:docMk/>
            <pc:sldMk cId="544108224" sldId="256"/>
            <ac:cxnSpMk id="25" creationId="{AF6B4D76-D508-89C3-EAD8-55976DA9ADE9}"/>
          </ac:cxnSpMkLst>
        </pc:cxnChg>
        <pc:cxnChg chg="mod">
          <ac:chgData name="John DAmore" userId="6c907a5d-b0f9-4fba-9ed8-239ca07eb4c3" providerId="ADAL" clId="{0BA83315-BFC7-48B5-B840-776AC1EF4761}" dt="2026-02-05T12:37:46.432" v="634" actId="1035"/>
          <ac:cxnSpMkLst>
            <pc:docMk/>
            <pc:sldMk cId="544108224" sldId="256"/>
            <ac:cxnSpMk id="27" creationId="{300BC6CA-6D25-E033-3CF5-611B0ACED437}"/>
          </ac:cxnSpMkLst>
        </pc:cxnChg>
      </pc:sldChg>
      <pc:sldChg chg="modSp mod">
        <pc:chgData name="John DAmore" userId="6c907a5d-b0f9-4fba-9ed8-239ca07eb4c3" providerId="ADAL" clId="{0BA83315-BFC7-48B5-B840-776AC1EF4761}" dt="2026-02-06T21:28:02.378" v="693" actId="1038"/>
        <pc:sldMkLst>
          <pc:docMk/>
          <pc:sldMk cId="586627134" sldId="258"/>
        </pc:sldMkLst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3" creationId="{0EC5BC7E-65D4-4CFD-ACEA-735694C4FF30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4" creationId="{53F6E2E3-FD38-AFB2-7C3A-EDA087DDFDDA}"/>
          </ac:spMkLst>
        </pc:spChg>
        <pc:spChg chg="mod">
          <ac:chgData name="John DAmore" userId="6c907a5d-b0f9-4fba-9ed8-239ca07eb4c3" providerId="ADAL" clId="{0BA83315-BFC7-48B5-B840-776AC1EF4761}" dt="2026-02-04T18:34:56.704" v="71" actId="1076"/>
          <ac:spMkLst>
            <pc:docMk/>
            <pc:sldMk cId="586627134" sldId="258"/>
            <ac:spMk id="5" creationId="{28DB9525-86EA-4002-9AEE-0AB1E2F376F6}"/>
          </ac:spMkLst>
        </pc:spChg>
        <pc:spChg chg="mod">
          <ac:chgData name="John DAmore" userId="6c907a5d-b0f9-4fba-9ed8-239ca07eb4c3" providerId="ADAL" clId="{0BA83315-BFC7-48B5-B840-776AC1EF4761}" dt="2026-02-04T18:34:56.704" v="71" actId="1076"/>
          <ac:spMkLst>
            <pc:docMk/>
            <pc:sldMk cId="586627134" sldId="258"/>
            <ac:spMk id="6" creationId="{A94EA110-57C7-4032-A608-C58DEB29FFE6}"/>
          </ac:spMkLst>
        </pc:spChg>
        <pc:spChg chg="mod">
          <ac:chgData name="John DAmore" userId="6c907a5d-b0f9-4fba-9ed8-239ca07eb4c3" providerId="ADAL" clId="{0BA83315-BFC7-48B5-B840-776AC1EF4761}" dt="2026-02-06T21:25:03.241" v="641" actId="1076"/>
          <ac:spMkLst>
            <pc:docMk/>
            <pc:sldMk cId="586627134" sldId="258"/>
            <ac:spMk id="7" creationId="{21A393D0-6011-4519-80D9-1D1A8FFE0A21}"/>
          </ac:spMkLst>
        </pc:spChg>
        <pc:spChg chg="mod">
          <ac:chgData name="John DAmore" userId="6c907a5d-b0f9-4fba-9ed8-239ca07eb4c3" providerId="ADAL" clId="{0BA83315-BFC7-48B5-B840-776AC1EF4761}" dt="2026-02-06T21:26:23.425" v="661" actId="553"/>
          <ac:spMkLst>
            <pc:docMk/>
            <pc:sldMk cId="586627134" sldId="258"/>
            <ac:spMk id="9" creationId="{DD1D32FB-0ACC-876A-89F8-E4AE19DB8A4F}"/>
          </ac:spMkLst>
        </pc:spChg>
        <pc:spChg chg="mod">
          <ac:chgData name="John DAmore" userId="6c907a5d-b0f9-4fba-9ed8-239ca07eb4c3" providerId="ADAL" clId="{0BA83315-BFC7-48B5-B840-776AC1EF4761}" dt="2026-02-04T18:33:08.322" v="66" actId="1076"/>
          <ac:spMkLst>
            <pc:docMk/>
            <pc:sldMk cId="586627134" sldId="258"/>
            <ac:spMk id="10" creationId="{63619E89-3C32-1B10-D60A-33ADA8074109}"/>
          </ac:spMkLst>
        </pc:spChg>
        <pc:spChg chg="mod">
          <ac:chgData name="John DAmore" userId="6c907a5d-b0f9-4fba-9ed8-239ca07eb4c3" providerId="ADAL" clId="{0BA83315-BFC7-48B5-B840-776AC1EF4761}" dt="2026-02-06T21:27:58.043" v="686" actId="1037"/>
          <ac:spMkLst>
            <pc:docMk/>
            <pc:sldMk cId="586627134" sldId="258"/>
            <ac:spMk id="14" creationId="{ECA8EB60-E062-D346-9652-8FEC15E72AA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15" creationId="{1C682B63-45F5-4F78-BE9C-77EA0840B2AA}"/>
          </ac:spMkLst>
        </pc:spChg>
        <pc:spChg chg="mod">
          <ac:chgData name="John DAmore" userId="6c907a5d-b0f9-4fba-9ed8-239ca07eb4c3" providerId="ADAL" clId="{0BA83315-BFC7-48B5-B840-776AC1EF4761}" dt="2026-02-04T18:33:43.080" v="68" actId="554"/>
          <ac:spMkLst>
            <pc:docMk/>
            <pc:sldMk cId="586627134" sldId="258"/>
            <ac:spMk id="16" creationId="{AE4ACA72-4E1A-47ED-A713-B45EA3F40DEC}"/>
          </ac:spMkLst>
        </pc:spChg>
        <pc:spChg chg="mod">
          <ac:chgData name="John DAmore" userId="6c907a5d-b0f9-4fba-9ed8-239ca07eb4c3" providerId="ADAL" clId="{0BA83315-BFC7-48B5-B840-776AC1EF4761}" dt="2026-02-04T18:33:37.670" v="67" actId="554"/>
          <ac:spMkLst>
            <pc:docMk/>
            <pc:sldMk cId="586627134" sldId="258"/>
            <ac:spMk id="17" creationId="{BDEA02AF-9740-4819-AF65-CE046F798CCC}"/>
          </ac:spMkLst>
        </pc:spChg>
        <pc:spChg chg="mod">
          <ac:chgData name="John DAmore" userId="6c907a5d-b0f9-4fba-9ed8-239ca07eb4c3" providerId="ADAL" clId="{0BA83315-BFC7-48B5-B840-776AC1EF4761}" dt="2026-02-06T21:26:23.425" v="661" actId="553"/>
          <ac:spMkLst>
            <pc:docMk/>
            <pc:sldMk cId="586627134" sldId="258"/>
            <ac:spMk id="19" creationId="{79759D51-F138-4F8F-B11C-CB407BC408C0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20" creationId="{C525584B-E912-9D4B-B9AB-70638B16221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21" creationId="{EC219C7E-713B-2C42-BD72-A501C0432AE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22" creationId="{C8CE6068-13E4-584E-B455-ECD48D4C03DE}"/>
          </ac:spMkLst>
        </pc:spChg>
        <pc:spChg chg="mod">
          <ac:chgData name="John DAmore" userId="6c907a5d-b0f9-4fba-9ed8-239ca07eb4c3" providerId="ADAL" clId="{0BA83315-BFC7-48B5-B840-776AC1EF4761}" dt="2026-02-06T21:27:47.602" v="680" actId="1076"/>
          <ac:spMkLst>
            <pc:docMk/>
            <pc:sldMk cId="586627134" sldId="258"/>
            <ac:spMk id="23" creationId="{D7DF8F5E-8666-E843-9062-F4029509F061}"/>
          </ac:spMkLst>
        </pc:spChg>
        <pc:spChg chg="mod">
          <ac:chgData name="John DAmore" userId="6c907a5d-b0f9-4fba-9ed8-239ca07eb4c3" providerId="ADAL" clId="{0BA83315-BFC7-48B5-B840-776AC1EF4761}" dt="2026-02-06T21:27:38.120" v="677" actId="554"/>
          <ac:spMkLst>
            <pc:docMk/>
            <pc:sldMk cId="586627134" sldId="258"/>
            <ac:spMk id="25" creationId="{8A603298-B960-4F7D-ABF5-CE132BBD53F7}"/>
          </ac:spMkLst>
        </pc:spChg>
        <pc:spChg chg="mod">
          <ac:chgData name="John DAmore" userId="6c907a5d-b0f9-4fba-9ed8-239ca07eb4c3" providerId="ADAL" clId="{0BA83315-BFC7-48B5-B840-776AC1EF4761}" dt="2026-02-06T21:27:25.765" v="674" actId="554"/>
          <ac:spMkLst>
            <pc:docMk/>
            <pc:sldMk cId="586627134" sldId="258"/>
            <ac:spMk id="26" creationId="{DBB264FC-6901-455B-A8CD-D91CF6E6DD3C}"/>
          </ac:spMkLst>
        </pc:spChg>
        <pc:spChg chg="mod">
          <ac:chgData name="John DAmore" userId="6c907a5d-b0f9-4fba-9ed8-239ca07eb4c3" providerId="ADAL" clId="{0BA83315-BFC7-48B5-B840-776AC1EF4761}" dt="2026-02-06T21:27:11.469" v="671" actId="554"/>
          <ac:spMkLst>
            <pc:docMk/>
            <pc:sldMk cId="586627134" sldId="258"/>
            <ac:spMk id="27" creationId="{762671BB-2051-4914-A9D8-CC9F42C03D3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29" creationId="{D7E21CF1-2932-43C3-A182-BA3FC80B24B1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30" creationId="{4557AEBE-BBE3-4C10-8D73-43FF56397545}"/>
          </ac:spMkLst>
        </pc:spChg>
        <pc:spChg chg="mod">
          <ac:chgData name="John DAmore" userId="6c907a5d-b0f9-4fba-9ed8-239ca07eb4c3" providerId="ADAL" clId="{0BA83315-BFC7-48B5-B840-776AC1EF4761}" dt="2026-02-06T21:27:38.120" v="677" actId="554"/>
          <ac:spMkLst>
            <pc:docMk/>
            <pc:sldMk cId="586627134" sldId="258"/>
            <ac:spMk id="31" creationId="{C1935C84-B9BE-48C7-A36A-4BA1B525FC9B}"/>
          </ac:spMkLst>
        </pc:spChg>
        <pc:spChg chg="mod">
          <ac:chgData name="John DAmore" userId="6c907a5d-b0f9-4fba-9ed8-239ca07eb4c3" providerId="ADAL" clId="{0BA83315-BFC7-48B5-B840-776AC1EF4761}" dt="2026-02-06T21:27:25.765" v="674" actId="554"/>
          <ac:spMkLst>
            <pc:docMk/>
            <pc:sldMk cId="586627134" sldId="258"/>
            <ac:spMk id="32" creationId="{9992DE88-B9A5-4F42-9E05-A13CF1870E87}"/>
          </ac:spMkLst>
        </pc:spChg>
        <pc:spChg chg="mod">
          <ac:chgData name="John DAmore" userId="6c907a5d-b0f9-4fba-9ed8-239ca07eb4c3" providerId="ADAL" clId="{0BA83315-BFC7-48B5-B840-776AC1EF4761}" dt="2026-02-06T21:26:40.361" v="666" actId="554"/>
          <ac:spMkLst>
            <pc:docMk/>
            <pc:sldMk cId="586627134" sldId="258"/>
            <ac:spMk id="34" creationId="{0A1CA87B-DCCE-4A78-9B33-A371872550A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35" creationId="{A913B4A7-CE46-4AC0-93A7-EE5AEDE7B3C0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36" creationId="{0DC96E65-7FDF-4424-AF3B-C60B69059751}"/>
          </ac:spMkLst>
        </pc:spChg>
      </pc:sldChg>
      <pc:sldChg chg="addSp modSp add mod ord">
        <pc:chgData name="John DAmore" userId="6c907a5d-b0f9-4fba-9ed8-239ca07eb4c3" providerId="ADAL" clId="{0BA83315-BFC7-48B5-B840-776AC1EF4761}" dt="2026-02-05T12:35:00.500" v="620" actId="6549"/>
        <pc:sldMkLst>
          <pc:docMk/>
          <pc:sldMk cId="2743699321" sldId="801"/>
        </pc:sldMkLst>
        <pc:spChg chg="add mod">
          <ac:chgData name="John DAmore" userId="6c907a5d-b0f9-4fba-9ed8-239ca07eb4c3" providerId="ADAL" clId="{0BA83315-BFC7-48B5-B840-776AC1EF4761}" dt="2026-02-04T19:02:16.243" v="523" actId="20577"/>
          <ac:spMkLst>
            <pc:docMk/>
            <pc:sldMk cId="2743699321" sldId="801"/>
            <ac:spMk id="3" creationId="{9C15CAC6-EF50-6FDC-68EE-C75508B8B77A}"/>
          </ac:spMkLst>
        </pc:spChg>
        <pc:spChg chg="mod">
          <ac:chgData name="John DAmore" userId="6c907a5d-b0f9-4fba-9ed8-239ca07eb4c3" providerId="ADAL" clId="{0BA83315-BFC7-48B5-B840-776AC1EF4761}" dt="2026-02-05T12:34:48.618" v="618" actId="6549"/>
          <ac:spMkLst>
            <pc:docMk/>
            <pc:sldMk cId="2743699321" sldId="801"/>
            <ac:spMk id="5" creationId="{26CB9C79-94C5-48F8-756F-A43816D2EB19}"/>
          </ac:spMkLst>
        </pc:spChg>
        <pc:spChg chg="mod">
          <ac:chgData name="John DAmore" userId="6c907a5d-b0f9-4fba-9ed8-239ca07eb4c3" providerId="ADAL" clId="{0BA83315-BFC7-48B5-B840-776AC1EF4761}" dt="2026-02-04T19:01:10.901" v="423" actId="14100"/>
          <ac:spMkLst>
            <pc:docMk/>
            <pc:sldMk cId="2743699321" sldId="801"/>
            <ac:spMk id="9" creationId="{E5BC8FB1-F8C5-3A12-A641-BC687026EFBB}"/>
          </ac:spMkLst>
        </pc:spChg>
        <pc:spChg chg="mod">
          <ac:chgData name="John DAmore" userId="6c907a5d-b0f9-4fba-9ed8-239ca07eb4c3" providerId="ADAL" clId="{0BA83315-BFC7-48B5-B840-776AC1EF4761}" dt="2026-02-05T12:35:00.500" v="620" actId="6549"/>
          <ac:spMkLst>
            <pc:docMk/>
            <pc:sldMk cId="2743699321" sldId="801"/>
            <ac:spMk id="10" creationId="{B09BE4EC-2F59-A928-CF62-44F83A26E2C0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1" creationId="{D3470219-A4F0-2F03-C5C4-0DDC9C0F77A0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2" creationId="{5A9F8963-A888-EF93-B662-8087BB87B26D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3" creationId="{FFF9EFAE-508A-288F-EA5D-6B7572ED4586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4" creationId="{393C140E-C182-0A26-0372-5CB4CC7D5C8F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6" creationId="{5CDACA09-75BB-16E0-5AAD-347D147EF114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7" creationId="{D3A1A41E-C451-DEDA-CE2A-47606BA4F23D}"/>
          </ac:spMkLst>
        </pc:spChg>
        <pc:spChg chg="mod ord">
          <ac:chgData name="John DAmore" userId="6c907a5d-b0f9-4fba-9ed8-239ca07eb4c3" providerId="ADAL" clId="{0BA83315-BFC7-48B5-B840-776AC1EF4761}" dt="2026-02-04T18:57:28.048" v="422" actId="166"/>
          <ac:spMkLst>
            <pc:docMk/>
            <pc:sldMk cId="2743699321" sldId="801"/>
            <ac:spMk id="29" creationId="{C4265218-EFC3-3EA1-C528-B0B23AAA3F43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38" creationId="{6EBCA90E-1AE8-5CCB-7FAB-671A026131E7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40" creationId="{64BAEEC1-FB56-B921-A049-E94F7F1FBC40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41" creationId="{8543FCBC-B6FE-8D45-0CB8-1A56EF3A12B0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43" creationId="{24831A01-4C1E-6DB5-1CAA-0CF9BECD7E63}"/>
          </ac:spMkLst>
        </pc:spChg>
        <pc:cxnChg chg="mod">
          <ac:chgData name="John DAmore" userId="6c907a5d-b0f9-4fba-9ed8-239ca07eb4c3" providerId="ADAL" clId="{0BA83315-BFC7-48B5-B840-776AC1EF4761}" dt="2026-02-04T19:01:10.901" v="423" actId="14100"/>
          <ac:cxnSpMkLst>
            <pc:docMk/>
            <pc:sldMk cId="2743699321" sldId="801"/>
            <ac:cxnSpMk id="31" creationId="{9E3F5816-CC41-A78D-B58A-CD7AE0E23EE8}"/>
          </ac:cxnSpMkLst>
        </pc:cxnChg>
      </pc:sldChg>
    </pc:docChg>
  </pc:docChgLst>
  <pc:docChgLst>
    <pc:chgData name="John DAmore" userId="6c907a5d-b0f9-4fba-9ed8-239ca07eb4c3" providerId="ADAL" clId="{2088BC83-531C-416A-9CB2-9B5062CAE644}"/>
    <pc:docChg chg="undo custSel addSld modSld">
      <pc:chgData name="John DAmore" userId="6c907a5d-b0f9-4fba-9ed8-239ca07eb4c3" providerId="ADAL" clId="{2088BC83-531C-416A-9CB2-9B5062CAE644}" dt="2026-02-06T16:55:57.830" v="115" actId="20577"/>
      <pc:docMkLst>
        <pc:docMk/>
      </pc:docMkLst>
      <pc:sldChg chg="addSp delSp modSp add mod">
        <pc:chgData name="John DAmore" userId="6c907a5d-b0f9-4fba-9ed8-239ca07eb4c3" providerId="ADAL" clId="{2088BC83-531C-416A-9CB2-9B5062CAE644}" dt="2026-02-06T16:55:57.830" v="115" actId="20577"/>
        <pc:sldMkLst>
          <pc:docMk/>
          <pc:sldMk cId="3279110075" sldId="802"/>
        </pc:sldMkLst>
        <pc:spChg chg="mod">
          <ac:chgData name="John DAmore" userId="6c907a5d-b0f9-4fba-9ed8-239ca07eb4c3" providerId="ADAL" clId="{2088BC83-531C-416A-9CB2-9B5062CAE644}" dt="2026-02-06T16:55:06.773" v="46" actId="1036"/>
          <ac:spMkLst>
            <pc:docMk/>
            <pc:sldMk cId="3279110075" sldId="802"/>
            <ac:spMk id="16" creationId="{0895549F-DC59-D290-E219-E621F8A1116A}"/>
          </ac:spMkLst>
        </pc:spChg>
        <pc:spChg chg="mod">
          <ac:chgData name="John DAmore" userId="6c907a5d-b0f9-4fba-9ed8-239ca07eb4c3" providerId="ADAL" clId="{2088BC83-531C-416A-9CB2-9B5062CAE644}" dt="2026-02-06T16:55:57.830" v="115" actId="20577"/>
          <ac:spMkLst>
            <pc:docMk/>
            <pc:sldMk cId="3279110075" sldId="802"/>
            <ac:spMk id="19" creationId="{403D5E92-2BB0-8B21-DA7C-51A11932E932}"/>
          </ac:spMkLst>
        </pc:spChg>
        <pc:spChg chg="add del mod">
          <ac:chgData name="John DAmore" userId="6c907a5d-b0f9-4fba-9ed8-239ca07eb4c3" providerId="ADAL" clId="{2088BC83-531C-416A-9CB2-9B5062CAE644}" dt="2026-02-06T16:55:23.211" v="62" actId="1035"/>
          <ac:spMkLst>
            <pc:docMk/>
            <pc:sldMk cId="3279110075" sldId="802"/>
            <ac:spMk id="28" creationId="{9C21D359-DD9E-72AB-308E-3AAB707267EF}"/>
          </ac:spMkLst>
        </pc:spChg>
        <pc:cxnChg chg="add del">
          <ac:chgData name="John DAmore" userId="6c907a5d-b0f9-4fba-9ed8-239ca07eb4c3" providerId="ADAL" clId="{2088BC83-531C-416A-9CB2-9B5062CAE644}" dt="2026-02-06T16:55:17.983" v="51" actId="478"/>
          <ac:cxnSpMkLst>
            <pc:docMk/>
            <pc:sldMk cId="3279110075" sldId="802"/>
            <ac:cxnSpMk id="4" creationId="{602AE4C5-F453-93B6-2A8D-671836F8F574}"/>
          </ac:cxnSpMkLst>
        </pc:cxnChg>
        <pc:cxnChg chg="mod">
          <ac:chgData name="John DAmore" userId="6c907a5d-b0f9-4fba-9ed8-239ca07eb4c3" providerId="ADAL" clId="{2088BC83-531C-416A-9CB2-9B5062CAE644}" dt="2026-02-06T16:55:23.211" v="62" actId="1035"/>
          <ac:cxnSpMkLst>
            <pc:docMk/>
            <pc:sldMk cId="3279110075" sldId="802"/>
            <ac:cxnSpMk id="27" creationId="{07FD9A42-EEE4-010F-E02F-D340FE3F3C45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B9A41D-2C14-4FD9-A8FE-469DBFAB3809}" type="datetimeFigureOut">
              <a:rPr lang="en-CA" smtClean="0"/>
              <a:t>2026-08-04</a:t>
            </a:fld>
            <a:endParaRPr lang="en-CA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1F50BE-48AE-4332-BF46-C112AB8C5E91}" type="slidenum">
              <a:rPr lang="en-CA" smtClean="0"/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3045767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oleObject" Target="../embeddings/oleObject1.bin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oleObject" Target="../embeddings/oleObject2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oleObject" Target="../embeddings/oleObject1.bin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oleObject" Target="../embeddings/oleObject2.bin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/>
          <p:cNvGrpSpPr>
            <a:grpSpLocks/>
          </p:cNvGrpSpPr>
          <p:nvPr/>
        </p:nvGrpSpPr>
        <p:grpSpPr bwMode="auto">
          <a:xfrm>
            <a:off x="152400" y="152400"/>
            <a:ext cx="8839200" cy="6477000"/>
            <a:chOff x="240" y="288"/>
            <a:chExt cx="5290" cy="3504"/>
          </a:xfrm>
        </p:grpSpPr>
        <p:sp>
          <p:nvSpPr>
            <p:cNvPr id="5" name="Rectangle 3"/>
            <p:cNvSpPr>
              <a:spLocks noChangeArrowheads="1"/>
            </p:cNvSpPr>
            <p:nvPr/>
          </p:nvSpPr>
          <p:spPr bwMode="blackWhite">
            <a:xfrm>
              <a:off x="240" y="288"/>
              <a:ext cx="5290" cy="3504"/>
            </a:xfrm>
            <a:prstGeom prst="rect">
              <a:avLst/>
            </a:prstGeom>
            <a:solidFill>
              <a:schemeClr val="bg1"/>
            </a:solidFill>
            <a:ln w="50800">
              <a:solidFill>
                <a:schemeClr val="folHlink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1" hangingPunct="1"/>
              <a:endParaRPr lang="en-US" sz="2400" dirty="0">
                <a:latin typeface="Times New Roman" pitchFamily="18" charset="0"/>
              </a:endParaRPr>
            </a:p>
          </p:txBody>
        </p:sp>
        <p:sp>
          <p:nvSpPr>
            <p:cNvPr id="6" name="Rectangle 4"/>
            <p:cNvSpPr>
              <a:spLocks noChangeArrowheads="1"/>
            </p:cNvSpPr>
            <p:nvPr/>
          </p:nvSpPr>
          <p:spPr bwMode="auto">
            <a:xfrm>
              <a:off x="285" y="336"/>
              <a:ext cx="5184" cy="3408"/>
            </a:xfrm>
            <a:prstGeom prst="rect">
              <a:avLst/>
            </a:prstGeom>
            <a:noFill/>
            <a:ln w="9525">
              <a:solidFill>
                <a:schemeClr val="folHlink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tx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1" hangingPunct="1"/>
              <a:endParaRPr lang="en-US" sz="2400" dirty="0">
                <a:latin typeface="Times New Roman" pitchFamily="18" charset="0"/>
              </a:endParaRPr>
            </a:p>
          </p:txBody>
        </p:sp>
        <p:sp>
          <p:nvSpPr>
            <p:cNvPr id="7" name="Line 5"/>
            <p:cNvSpPr>
              <a:spLocks noChangeShapeType="1"/>
            </p:cNvSpPr>
            <p:nvPr/>
          </p:nvSpPr>
          <p:spPr bwMode="auto">
            <a:xfrm>
              <a:off x="576" y="2256"/>
              <a:ext cx="4608" cy="0"/>
            </a:xfrm>
            <a:prstGeom prst="line">
              <a:avLst/>
            </a:prstGeom>
            <a:noFill/>
            <a:ln w="38100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AU" dirty="0"/>
            </a:p>
          </p:txBody>
        </p:sp>
      </p:grpSp>
      <p:sp>
        <p:nvSpPr>
          <p:cNvPr id="8" name="Rectangle 12"/>
          <p:cNvSpPr>
            <a:spLocks noChangeArrowheads="1"/>
          </p:cNvSpPr>
          <p:nvPr/>
        </p:nvSpPr>
        <p:spPr bwMode="auto">
          <a:xfrm>
            <a:off x="0" y="6629400"/>
            <a:ext cx="9144000" cy="215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sz="800" b="1" dirty="0"/>
              <a:t>   © 2016 HL7 ® International. Licensed</a:t>
            </a:r>
            <a:r>
              <a:rPr lang="en-US" sz="800" b="1" baseline="0" dirty="0"/>
              <a:t> under Creative Commons</a:t>
            </a:r>
            <a:r>
              <a:rPr lang="en-US" sz="800" b="1" dirty="0"/>
              <a:t>. HL7 &amp; Health Level Seven are registered trademarks of Health Level Seven International. Reg. U.S. TM Office.</a:t>
            </a:r>
          </a:p>
        </p:txBody>
      </p:sp>
      <p:pic>
        <p:nvPicPr>
          <p:cNvPr id="9" name="Picture 13" descr="HL7 International Logo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28" y="304800"/>
            <a:ext cx="1109662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3798" name="Rectangle 6"/>
          <p:cNvSpPr>
            <a:spLocks noGrp="1" noChangeArrowheads="1"/>
          </p:cNvSpPr>
          <p:nvPr>
            <p:ph type="ctrTitle"/>
          </p:nvPr>
        </p:nvSpPr>
        <p:spPr>
          <a:xfrm>
            <a:off x="1219200" y="838200"/>
            <a:ext cx="6781800" cy="2559050"/>
          </a:xfrm>
        </p:spPr>
        <p:txBody>
          <a:bodyPr anchorCtr="1"/>
          <a:lstStyle>
            <a:lvl1pPr algn="ctr">
              <a:defRPr sz="5600"/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33799" name="Rectangle 7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962400"/>
            <a:ext cx="6400800" cy="187325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 sz="3000"/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  <p:pic>
        <p:nvPicPr>
          <p:cNvPr id="11" name="Picture 4" descr="Creative Commons Licence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265" y="6192775"/>
            <a:ext cx="838200" cy="29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1907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 bwMode="auto">
          <a:xfrm>
            <a:off x="7876619" y="5565993"/>
            <a:ext cx="1008112" cy="936104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C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4" name="Picture 13" descr="HL7 International Logo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28" y="304800"/>
            <a:ext cx="1109662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069022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3528" y="332657"/>
            <a:ext cx="6552728" cy="1152128"/>
          </a:xfrm>
        </p:spPr>
        <p:txBody>
          <a:bodyPr anchor="ctr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9512" y="6304235"/>
            <a:ext cx="72008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6385691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1000" y="1828800"/>
            <a:ext cx="4114800" cy="455252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828800"/>
            <a:ext cx="4114800" cy="455252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9512" y="6304235"/>
            <a:ext cx="72008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5557630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3528" y="332656"/>
            <a:ext cx="6552728" cy="115212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544" y="1709118"/>
            <a:ext cx="4040188" cy="639762"/>
          </a:xfrm>
        </p:spPr>
        <p:txBody>
          <a:bodyPr anchor="ctr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358032"/>
            <a:ext cx="4040188" cy="409530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709118"/>
            <a:ext cx="4041775" cy="639762"/>
          </a:xfrm>
        </p:spPr>
        <p:txBody>
          <a:bodyPr anchor="ctr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358032"/>
            <a:ext cx="4041775" cy="409530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784791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9512" y="6304235"/>
            <a:ext cx="72008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4327536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 bwMode="auto">
          <a:xfrm>
            <a:off x="323528" y="252899"/>
            <a:ext cx="8568952" cy="6264696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C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9512" y="6304235"/>
            <a:ext cx="72008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323528" y="332657"/>
            <a:ext cx="6552728" cy="118014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967803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3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4"/>
          <p:cNvSpPr>
            <a:spLocks noChangeArrowheads="1"/>
          </p:cNvSpPr>
          <p:nvPr userDrawn="1"/>
        </p:nvSpPr>
        <p:spPr bwMode="auto">
          <a:xfrm>
            <a:off x="0" y="6172200"/>
            <a:ext cx="9144000" cy="685800"/>
          </a:xfrm>
          <a:prstGeom prst="rect">
            <a:avLst/>
          </a:prstGeom>
          <a:solidFill>
            <a:srgbClr val="8EA1E6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lIns="90000" tIns="46800" rIns="90000" bIns="46800" anchor="ctr">
            <a:spAutoFit/>
          </a:bodyPr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defRPr/>
            </a:pPr>
            <a:endParaRPr lang="en-US" altLang="nl-NL">
              <a:ea typeface="+mn-ea"/>
            </a:endParaRPr>
          </a:p>
        </p:txBody>
      </p:sp>
      <p:graphicFrame>
        <p:nvGraphicFramePr>
          <p:cNvPr id="5" name="Object 25"/>
          <p:cNvGraphicFramePr>
            <a:graphicFrameLocks noChangeAspect="1"/>
          </p:cNvGraphicFramePr>
          <p:nvPr userDrawn="1"/>
        </p:nvGraphicFramePr>
        <p:xfrm>
          <a:off x="7372350" y="6172200"/>
          <a:ext cx="1771650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2" imgW="1771429" imgH="685714" progId="MSPhotoEd.3">
                  <p:embed/>
                </p:oleObj>
              </mc:Choice>
              <mc:Fallback>
                <p:oleObj name="Photo Editor Photo" r:id="rId2" imgW="1771429" imgH="685714" progId="MSPhotoEd.3">
                  <p:embed/>
                  <p:pic>
                    <p:nvPicPr>
                      <p:cNvPr id="5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72350" y="6172200"/>
                        <a:ext cx="1771650" cy="685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Line 19"/>
          <p:cNvSpPr>
            <a:spLocks noChangeShapeType="1"/>
          </p:cNvSpPr>
          <p:nvPr userDrawn="1"/>
        </p:nvSpPr>
        <p:spPr bwMode="auto">
          <a:xfrm>
            <a:off x="0" y="6172200"/>
            <a:ext cx="9144000" cy="0"/>
          </a:xfrm>
          <a:prstGeom prst="line">
            <a:avLst/>
          </a:prstGeom>
          <a:noFill/>
          <a:ln w="38100">
            <a:solidFill>
              <a:srgbClr val="3C3CA0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90000" tIns="46800" rIns="90000" bIns="46800">
            <a:spAutoFit/>
          </a:bodyPr>
          <a:lstStyle/>
          <a:p>
            <a:endParaRPr lang="nl-NL"/>
          </a:p>
        </p:txBody>
      </p:sp>
      <p:sp>
        <p:nvSpPr>
          <p:cNvPr id="7" name="Rectangle 20"/>
          <p:cNvSpPr>
            <a:spLocks noChangeArrowheads="1"/>
          </p:cNvSpPr>
          <p:nvPr userDrawn="1"/>
        </p:nvSpPr>
        <p:spPr bwMode="auto">
          <a:xfrm>
            <a:off x="952500" y="6335713"/>
            <a:ext cx="6591300" cy="525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lIns="90000" tIns="46800" rIns="90000" bIns="46800" anchor="ctr">
            <a:spAutoFit/>
          </a:bodyPr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defRPr/>
            </a:pPr>
            <a:r>
              <a:rPr lang="en-GB" altLang="nl-NL" sz="2800" b="1" dirty="0" err="1">
                <a:solidFill>
                  <a:srgbClr val="FFFFFF"/>
                </a:solidFill>
                <a:latin typeface="Georgia" pitchFamily="18" charset="0"/>
                <a:ea typeface="+mn-ea"/>
              </a:rPr>
              <a:t>Ringholm</a:t>
            </a:r>
            <a:r>
              <a:rPr lang="en-GB" altLang="nl-NL" sz="1800" b="1" dirty="0">
                <a:solidFill>
                  <a:srgbClr val="FFFFFF"/>
                </a:solidFill>
                <a:latin typeface="Georgia" pitchFamily="18" charset="0"/>
                <a:ea typeface="+mn-ea"/>
              </a:rPr>
              <a:t> Learn * Share * Connect</a:t>
            </a:r>
          </a:p>
        </p:txBody>
      </p:sp>
      <p:graphicFrame>
        <p:nvGraphicFramePr>
          <p:cNvPr id="8" name="Object 26"/>
          <p:cNvGraphicFramePr>
            <a:graphicFrameLocks noChangeAspect="1"/>
          </p:cNvGraphicFramePr>
          <p:nvPr userDrawn="1"/>
        </p:nvGraphicFramePr>
        <p:xfrm>
          <a:off x="114300" y="6248400"/>
          <a:ext cx="571500" cy="571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4" imgW="571731" imgH="571731" progId="MSPhotoEd.3">
                  <p:embed/>
                </p:oleObj>
              </mc:Choice>
              <mc:Fallback>
                <p:oleObj name="Photo Editor Photo" r:id="rId4" imgW="571731" imgH="571731" progId="MSPhotoEd.3">
                  <p:embed/>
                  <p:pic>
                    <p:nvPicPr>
                      <p:cNvPr id="8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" y="6248400"/>
                        <a:ext cx="571500" cy="571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2"/>
          <p:cNvSpPr>
            <a:spLocks noChangeArrowheads="1"/>
          </p:cNvSpPr>
          <p:nvPr userDrawn="1"/>
        </p:nvSpPr>
        <p:spPr bwMode="auto">
          <a:xfrm>
            <a:off x="323850" y="252413"/>
            <a:ext cx="8569325" cy="626586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defRPr/>
            </a:pPr>
            <a:endParaRPr lang="en-CA" altLang="nl-NL" sz="1800">
              <a:latin typeface="Arial" pitchFamily="34" charset="0"/>
            </a:endParaRP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323528" y="332657"/>
            <a:ext cx="6552728" cy="118014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179388" y="6303963"/>
            <a:ext cx="720725" cy="220662"/>
          </a:xfrm>
          <a:prstGeom prst="rect">
            <a:avLst/>
          </a:prstGeom>
        </p:spPr>
        <p:txBody>
          <a:bodyPr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E333006-C981-4946-95F0-93C204ADA334}" type="slidenum">
              <a:rPr lang="en-CA"/>
              <a:pPr>
                <a:defRPr/>
              </a:pPr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4278774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4"/>
          <p:cNvSpPr>
            <a:spLocks noChangeArrowheads="1"/>
          </p:cNvSpPr>
          <p:nvPr userDrawn="1"/>
        </p:nvSpPr>
        <p:spPr bwMode="auto">
          <a:xfrm>
            <a:off x="0" y="6172200"/>
            <a:ext cx="9144000" cy="685800"/>
          </a:xfrm>
          <a:prstGeom prst="rect">
            <a:avLst/>
          </a:prstGeom>
          <a:solidFill>
            <a:srgbClr val="8EA1E6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lIns="90000" tIns="46800" rIns="90000" bIns="46800" anchor="ctr">
            <a:spAutoFit/>
          </a:bodyPr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defRPr/>
            </a:pPr>
            <a:endParaRPr lang="en-US" altLang="nl-NL">
              <a:ea typeface="+mn-ea"/>
            </a:endParaRPr>
          </a:p>
        </p:txBody>
      </p:sp>
      <p:graphicFrame>
        <p:nvGraphicFramePr>
          <p:cNvPr id="5" name="Object 25"/>
          <p:cNvGraphicFramePr>
            <a:graphicFrameLocks noChangeAspect="1"/>
          </p:cNvGraphicFramePr>
          <p:nvPr userDrawn="1"/>
        </p:nvGraphicFramePr>
        <p:xfrm>
          <a:off x="7372350" y="6172200"/>
          <a:ext cx="1771650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2" imgW="1771429" imgH="685714" progId="MSPhotoEd.3">
                  <p:embed/>
                </p:oleObj>
              </mc:Choice>
              <mc:Fallback>
                <p:oleObj name="Photo Editor Photo" r:id="rId2" imgW="1771429" imgH="685714" progId="MSPhotoEd.3">
                  <p:embed/>
                  <p:pic>
                    <p:nvPicPr>
                      <p:cNvPr id="5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72350" y="6172200"/>
                        <a:ext cx="1771650" cy="685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Line 19"/>
          <p:cNvSpPr>
            <a:spLocks noChangeShapeType="1"/>
          </p:cNvSpPr>
          <p:nvPr userDrawn="1"/>
        </p:nvSpPr>
        <p:spPr bwMode="auto">
          <a:xfrm>
            <a:off x="0" y="6172200"/>
            <a:ext cx="9144000" cy="0"/>
          </a:xfrm>
          <a:prstGeom prst="line">
            <a:avLst/>
          </a:prstGeom>
          <a:noFill/>
          <a:ln w="38100">
            <a:solidFill>
              <a:srgbClr val="3C3CA0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90000" tIns="46800" rIns="90000" bIns="46800">
            <a:spAutoFit/>
          </a:bodyPr>
          <a:lstStyle/>
          <a:p>
            <a:endParaRPr lang="nl-NL"/>
          </a:p>
        </p:txBody>
      </p:sp>
      <p:sp>
        <p:nvSpPr>
          <p:cNvPr id="7" name="Rectangle 20"/>
          <p:cNvSpPr>
            <a:spLocks noChangeArrowheads="1"/>
          </p:cNvSpPr>
          <p:nvPr userDrawn="1"/>
        </p:nvSpPr>
        <p:spPr bwMode="auto">
          <a:xfrm>
            <a:off x="952500" y="6335713"/>
            <a:ext cx="6591300" cy="525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lIns="90000" tIns="46800" rIns="90000" bIns="46800" anchor="ctr">
            <a:spAutoFit/>
          </a:bodyPr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defRPr/>
            </a:pPr>
            <a:r>
              <a:rPr lang="en-GB" altLang="nl-NL" sz="2800" b="1" dirty="0" err="1">
                <a:solidFill>
                  <a:srgbClr val="FFFFFF"/>
                </a:solidFill>
                <a:latin typeface="Georgia" pitchFamily="18" charset="0"/>
                <a:ea typeface="+mn-ea"/>
              </a:rPr>
              <a:t>Ringholm</a:t>
            </a:r>
            <a:r>
              <a:rPr lang="en-GB" altLang="nl-NL" sz="1800" b="1" dirty="0">
                <a:solidFill>
                  <a:srgbClr val="FFFFFF"/>
                </a:solidFill>
                <a:latin typeface="Georgia" pitchFamily="18" charset="0"/>
                <a:ea typeface="+mn-ea"/>
              </a:rPr>
              <a:t> Learn * Share * Connect</a:t>
            </a:r>
          </a:p>
        </p:txBody>
      </p:sp>
      <p:graphicFrame>
        <p:nvGraphicFramePr>
          <p:cNvPr id="8" name="Object 26"/>
          <p:cNvGraphicFramePr>
            <a:graphicFrameLocks noChangeAspect="1"/>
          </p:cNvGraphicFramePr>
          <p:nvPr userDrawn="1"/>
        </p:nvGraphicFramePr>
        <p:xfrm>
          <a:off x="114300" y="6248400"/>
          <a:ext cx="571500" cy="571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4" imgW="571731" imgH="571731" progId="MSPhotoEd.3">
                  <p:embed/>
                </p:oleObj>
              </mc:Choice>
              <mc:Fallback>
                <p:oleObj name="Photo Editor Photo" r:id="rId4" imgW="571731" imgH="571731" progId="MSPhotoEd.3">
                  <p:embed/>
                  <p:pic>
                    <p:nvPicPr>
                      <p:cNvPr id="8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" y="6248400"/>
                        <a:ext cx="571500" cy="571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2"/>
          <p:cNvSpPr>
            <a:spLocks noChangeArrowheads="1"/>
          </p:cNvSpPr>
          <p:nvPr userDrawn="1"/>
        </p:nvSpPr>
        <p:spPr bwMode="auto">
          <a:xfrm>
            <a:off x="323850" y="252413"/>
            <a:ext cx="8569325" cy="626586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defRPr/>
            </a:pPr>
            <a:endParaRPr lang="en-CA" altLang="nl-NL" sz="1800">
              <a:latin typeface="Arial" pitchFamily="34" charset="0"/>
            </a:endParaRP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323528" y="332657"/>
            <a:ext cx="6552728" cy="118014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179388" y="6303963"/>
            <a:ext cx="720725" cy="220662"/>
          </a:xfrm>
          <a:prstGeom prst="rect">
            <a:avLst/>
          </a:prstGeom>
        </p:spPr>
        <p:txBody>
          <a:bodyPr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842811F-6B51-44E6-85A3-00F5DD4B205B}" type="slidenum">
              <a:rPr lang="en-CA"/>
              <a:pPr>
                <a:defRPr/>
              </a:pPr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029620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77EA1-7182-CFEA-EFFE-C563B5F600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8B815C-9208-25C9-4721-F644C8DD73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0325A7-B5C4-9846-15F9-6DEDBD41B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1F7BA-A65D-A1B8-D0F3-B8227C0026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1FE079-13EF-A395-B7D6-0503618D76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680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A1F04-6EEC-BAD4-EAF3-D16957995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FFFCFD-0016-1442-60FD-5082E2A0B0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E443EB-A426-8DC1-2237-B655F701A5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54CF50-6FBF-C227-AC72-8671150CF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305E00-3CEA-16D1-C9C4-C8B552C01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994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8E87E6-3658-6457-0AEE-E082BB373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1306A0-0A21-C746-F4EC-7BEA9E8732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690099-899C-7DFE-2574-7DFB6D85A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CAA1A9-5E70-BEB1-F596-456F50E2BF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E3BF4E-E414-A215-4781-92993B830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4508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4ADFE2-D15A-A329-F130-ECA2FB87A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67B778-FF92-30E4-F908-AFDD58BD2E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43ED9F-5941-BEC3-D3BE-E580D9E8F9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6263FC-E2AC-5E0E-CBE5-9C8F3CA2E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0F6E85-11BA-8F4A-8485-0E0EA6515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5173B1-57D5-FB6B-14C0-136CE3F98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7212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9EE59-1367-159A-4B6A-30C530644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469B33-5B32-ABDC-F576-E44E427A9B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231047-E848-5ABE-6BF8-9C776ABF8B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12E301-CDA5-70A0-CFE5-BD7AF2904F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546046-64DC-0EA3-A374-4508C261DCF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7FBB2A4-B497-2E67-1C9F-52F37440B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3D2AB5-0B65-D696-CB71-A05789E39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FFD4896-2B6B-E502-3275-37F642972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5965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B680BA-2A0B-AE37-9815-EF20DA857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191D0F-FBBB-B88D-20E0-0B79CD502E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CB3686-BC5D-BA6A-530C-5B853C3F7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679504-E78B-A9CC-39CA-E2F547363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071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91EDBE4-F0D5-69EE-25B0-D7999225C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24A886-B92D-D38C-3F82-3A25657F9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4EBEE4-1A74-C42E-D480-8BA70777A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64624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9EC20-3640-5B52-CC6B-6A91249DA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CA5F8C-8B56-5345-B9A6-A09A5B761D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BF7127-14E2-B971-5BF5-EF3D363362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ADA779-C789-00CF-1BCE-0572723608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A50E4E-6DB5-7A48-DFBA-6A0CFC7E3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AD8E94-D287-EA87-4B33-A7A7597E4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70264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4FC084-F75D-7183-B8DF-1D1187A18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A28D623-1FBE-8376-32FD-6FE64F2AAF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173FA9-2C4D-24F0-0D91-08121B98BD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4B1490-6282-9E34-CF6D-C84917F6C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280992-055C-E900-8F78-0284FEA5F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F267EB-F1A8-21E8-4517-9202A5264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86819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FB1E9-A120-AAE9-30C9-B488725A6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1D8990-C26E-3148-CFA2-FB1DA428D3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AA725A-5895-C567-BDD1-3CE4EFF4FB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A56F11-382C-A5BF-DFB4-2A77D972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4BE6B5-FBE5-F3A7-302E-51A6B04D3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5577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8E33EA-AD7D-8B40-2843-1A85C30A4F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CB636F-2630-BFB0-8263-DA67CF1DE4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833201-F3E7-67D7-DED7-8257200A9B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250D49-BCC6-639D-F85A-F9BB10040E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683C1-B849-A401-1436-B27CBC0E5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6216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4.xml"/><Relationship Id="rId10" Type="http://schemas.openxmlformats.org/officeDocument/2006/relationships/slideLayout" Target="../slideLayouts/slideLayout19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Line 5"/>
          <p:cNvSpPr>
            <a:spLocks noChangeShapeType="1"/>
          </p:cNvSpPr>
          <p:nvPr/>
        </p:nvSpPr>
        <p:spPr bwMode="auto">
          <a:xfrm>
            <a:off x="461963" y="1600200"/>
            <a:ext cx="8296275" cy="0"/>
          </a:xfrm>
          <a:prstGeom prst="lin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AU" dirty="0"/>
          </a:p>
        </p:txBody>
      </p:sp>
      <p:sp>
        <p:nvSpPr>
          <p:cNvPr id="1029" name="Rectangle 6"/>
          <p:cNvSpPr>
            <a:spLocks noGrp="1" noChangeArrowheads="1"/>
          </p:cNvSpPr>
          <p:nvPr>
            <p:ph type="title"/>
          </p:nvPr>
        </p:nvSpPr>
        <p:spPr bwMode="auto">
          <a:xfrm>
            <a:off x="323528" y="332657"/>
            <a:ext cx="6552728" cy="11801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30" name="Rectangle 7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828800"/>
            <a:ext cx="8382000" cy="44805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3" r:id="rId2"/>
    <p:sldLayoutId id="2147483662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hf hdr="0" ftr="0" dt="0"/>
  <p:txStyles>
    <p:titleStyle>
      <a:lvl1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2pPr>
      <a:lvl3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3pPr>
      <a:lvl4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4pPr>
      <a:lvl5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5pPr>
      <a:lvl6pPr marL="457200"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6pPr>
      <a:lvl7pPr marL="914400"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7pPr>
      <a:lvl8pPr marL="1371600"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8pPr>
      <a:lvl9pPr marL="1828800"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sz="31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65000"/>
        <a:buFont typeface="Wingdings" pitchFamily="2" charset="2"/>
        <a:buChar char="Ø"/>
        <a:defRPr sz="2600">
          <a:solidFill>
            <a:schemeClr val="tx1"/>
          </a:solidFill>
          <a:latin typeface="+mn-lt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55000"/>
        <a:buFont typeface="Wingdings" pitchFamily="2" charset="2"/>
        <a:buChar char="n"/>
        <a:defRPr sz="2400">
          <a:solidFill>
            <a:schemeClr val="tx1"/>
          </a:solidFill>
          <a:latin typeface="+mn-lt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Char char="•"/>
        <a:defRPr sz="2000">
          <a:solidFill>
            <a:schemeClr val="tx1"/>
          </a:solidFill>
          <a:latin typeface="+mn-lt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D2A1AAE-456B-F0E5-4B2D-B7EBCB0F6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2E1ED5-A9FF-15C9-117E-F61DD8DCB9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142527-6DD4-2E75-5C22-204FDD6346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2F0FE0-C0B2-431B-95AF-3256C55C95DF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3CC99A-59C8-5323-AF82-A5F4438514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9BDE20-22BE-D4D2-5246-3B6E487F25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5616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  <p:sldLayoutId id="214748368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openxmlformats.org/officeDocument/2006/relationships/image" Target="../media/image15.emf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7554427-701E-FA52-56A1-9B2A5AAA45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CC3E5C4-3E2B-40F1-9F2B-C46CEB0C88DF}" type="slidenum">
              <a:rPr lang="en-CA" smtClean="0"/>
              <a:pPr/>
              <a:t>1</a:t>
            </a:fld>
            <a:endParaRPr lang="en-CA" dirty="0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B63BF7D-8B95-FC49-F010-3CB23B3B656A}"/>
              </a:ext>
            </a:extLst>
          </p:cNvPr>
          <p:cNvGrpSpPr/>
          <p:nvPr/>
        </p:nvGrpSpPr>
        <p:grpSpPr>
          <a:xfrm>
            <a:off x="2038464" y="1159868"/>
            <a:ext cx="6439800" cy="5634215"/>
            <a:chOff x="2038464" y="1159868"/>
            <a:chExt cx="6439800" cy="5634215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99C1ACDB-8FD1-F8F0-064C-22F24A5CA3F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38464" y="5117449"/>
              <a:ext cx="6439799" cy="1676634"/>
            </a:xfrm>
            <a:prstGeom prst="rect">
              <a:avLst/>
            </a:prstGeom>
          </p:spPr>
        </p:pic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F486077C-723E-F159-7EC3-37A83B6744CA}"/>
                </a:ext>
              </a:extLst>
            </p:cNvPr>
            <p:cNvSpPr/>
            <p:nvPr/>
          </p:nvSpPr>
          <p:spPr bwMode="auto">
            <a:xfrm rot="1533085">
              <a:off x="2176983" y="5362567"/>
              <a:ext cx="1095367" cy="144017"/>
            </a:xfrm>
            <a:prstGeom prst="rect">
              <a:avLst/>
            </a:prstGeom>
            <a:gradFill flip="none" rotWithShape="1">
              <a:gsLst>
                <a:gs pos="32500">
                  <a:srgbClr val="E1C387"/>
                </a:gs>
                <a:gs pos="0">
                  <a:srgbClr val="F3E6CD"/>
                </a:gs>
                <a:gs pos="65000">
                  <a:srgbClr val="AE832C"/>
                </a:gs>
                <a:gs pos="100000">
                  <a:srgbClr val="F3E6CD"/>
                </a:gs>
              </a:gsLst>
              <a:lin ang="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19" name="Arrow: Pentagon 18">
              <a:extLst>
                <a:ext uri="{FF2B5EF4-FFF2-40B4-BE49-F238E27FC236}">
                  <a16:creationId xmlns:a16="http://schemas.microsoft.com/office/drawing/2014/main" id="{ABE7EA1B-7863-A85F-8F1C-D6DF74D6000B}"/>
                </a:ext>
              </a:extLst>
            </p:cNvPr>
            <p:cNvSpPr/>
            <p:nvPr/>
          </p:nvSpPr>
          <p:spPr bwMode="auto">
            <a:xfrm>
              <a:off x="3367278" y="4723786"/>
              <a:ext cx="5110986" cy="577421"/>
            </a:xfrm>
            <a:prstGeom prst="homePlate">
              <a:avLst/>
            </a:prstGeom>
            <a:solidFill>
              <a:srgbClr val="FF0000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800100" indent="114300" eaLnBrk="0" fontAlgn="base" hangingPunct="0">
                <a:spcBef>
                  <a:spcPct val="0"/>
                </a:spcBef>
                <a:spcAft>
                  <a:spcPct val="0"/>
                </a:spcAft>
                <a:tabLst>
                  <a:tab pos="857250" algn="l"/>
                </a:tabLst>
              </a:pPr>
              <a:endParaRPr lang="en-US" sz="2800" b="1" dirty="0">
                <a:solidFill>
                  <a:schemeClr val="bg1"/>
                </a:solidFill>
                <a:latin typeface="Aptos" panose="020B0004020202020204" pitchFamily="34" charset="0"/>
              </a:endParaRPr>
            </a:p>
          </p:txBody>
        </p:sp>
        <p:sp>
          <p:nvSpPr>
            <p:cNvPr id="21" name="Arrow: Pentagon 20">
              <a:extLst>
                <a:ext uri="{FF2B5EF4-FFF2-40B4-BE49-F238E27FC236}">
                  <a16:creationId xmlns:a16="http://schemas.microsoft.com/office/drawing/2014/main" id="{5B3517DF-DBA2-06E6-23AC-099B613B1191}"/>
                </a:ext>
              </a:extLst>
            </p:cNvPr>
            <p:cNvSpPr/>
            <p:nvPr/>
          </p:nvSpPr>
          <p:spPr bwMode="auto">
            <a:xfrm>
              <a:off x="3462810" y="4149935"/>
              <a:ext cx="5015454" cy="577421"/>
            </a:xfrm>
            <a:prstGeom prst="homePlate">
              <a:avLst/>
            </a:prstGeom>
            <a:solidFill>
              <a:srgbClr val="E86328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indent="80010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sz="2800" b="1" dirty="0">
                <a:solidFill>
                  <a:schemeClr val="bg1"/>
                </a:solidFill>
                <a:latin typeface="Aptos" panose="020B0004020202020204" pitchFamily="34" charset="0"/>
              </a:endParaRPr>
            </a:p>
          </p:txBody>
        </p:sp>
        <p:sp>
          <p:nvSpPr>
            <p:cNvPr id="22" name="Arrow: Pentagon 21">
              <a:extLst>
                <a:ext uri="{FF2B5EF4-FFF2-40B4-BE49-F238E27FC236}">
                  <a16:creationId xmlns:a16="http://schemas.microsoft.com/office/drawing/2014/main" id="{B988A241-5748-E42E-C3DD-BFB446C97C35}"/>
                </a:ext>
              </a:extLst>
            </p:cNvPr>
            <p:cNvSpPr/>
            <p:nvPr/>
          </p:nvSpPr>
          <p:spPr bwMode="auto">
            <a:xfrm>
              <a:off x="3462810" y="3573293"/>
              <a:ext cx="5015454" cy="577421"/>
            </a:xfrm>
            <a:prstGeom prst="homePlate">
              <a:avLst/>
            </a:prstGeom>
            <a:solidFill>
              <a:srgbClr val="F7D33E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indent="85725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sz="2800" b="1" dirty="0">
                  <a:solidFill>
                    <a:srgbClr val="E86328"/>
                  </a:solidFill>
                  <a:latin typeface="Aptos" panose="020B0004020202020204" pitchFamily="34" charset="0"/>
                </a:rPr>
                <a:t>Results</a:t>
              </a:r>
            </a:p>
          </p:txBody>
        </p:sp>
        <p:sp>
          <p:nvSpPr>
            <p:cNvPr id="23" name="Arrow: Pentagon 22">
              <a:extLst>
                <a:ext uri="{FF2B5EF4-FFF2-40B4-BE49-F238E27FC236}">
                  <a16:creationId xmlns:a16="http://schemas.microsoft.com/office/drawing/2014/main" id="{D47DE90E-E879-7C15-FC17-5F156C9D967A}"/>
                </a:ext>
              </a:extLst>
            </p:cNvPr>
            <p:cNvSpPr/>
            <p:nvPr/>
          </p:nvSpPr>
          <p:spPr bwMode="auto">
            <a:xfrm>
              <a:off x="3462809" y="2998077"/>
              <a:ext cx="5015454" cy="577421"/>
            </a:xfrm>
            <a:prstGeom prst="homePlate">
              <a:avLst/>
            </a:prstGeom>
            <a:solidFill>
              <a:srgbClr val="CAD404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indent="85725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sz="2800" b="1" dirty="0">
                  <a:solidFill>
                    <a:srgbClr val="54A831"/>
                  </a:solidFill>
                  <a:latin typeface="Aptos" panose="020B0004020202020204" pitchFamily="34" charset="0"/>
                </a:rPr>
                <a:t>Immunizations</a:t>
              </a:r>
            </a:p>
          </p:txBody>
        </p:sp>
        <p:sp>
          <p:nvSpPr>
            <p:cNvPr id="24" name="Arrow: Pentagon 23">
              <a:extLst>
                <a:ext uri="{FF2B5EF4-FFF2-40B4-BE49-F238E27FC236}">
                  <a16:creationId xmlns:a16="http://schemas.microsoft.com/office/drawing/2014/main" id="{2C55BE85-58AB-3B42-D9BD-2E11BEAF0D0F}"/>
                </a:ext>
              </a:extLst>
            </p:cNvPr>
            <p:cNvSpPr/>
            <p:nvPr/>
          </p:nvSpPr>
          <p:spPr bwMode="auto">
            <a:xfrm>
              <a:off x="3635896" y="2419554"/>
              <a:ext cx="4842368" cy="577421"/>
            </a:xfrm>
            <a:prstGeom prst="homePlate">
              <a:avLst/>
            </a:prstGeom>
            <a:solidFill>
              <a:srgbClr val="54A83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indent="68580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sz="2800" b="1" dirty="0">
                <a:solidFill>
                  <a:schemeClr val="bg1"/>
                </a:solidFill>
                <a:latin typeface="Aptos" panose="020B0004020202020204" pitchFamily="34" charset="0"/>
              </a:endParaRPr>
            </a:p>
          </p:txBody>
        </p:sp>
        <p:sp>
          <p:nvSpPr>
            <p:cNvPr id="26" name="Arrow: Pentagon 25">
              <a:extLst>
                <a:ext uri="{FF2B5EF4-FFF2-40B4-BE49-F238E27FC236}">
                  <a16:creationId xmlns:a16="http://schemas.microsoft.com/office/drawing/2014/main" id="{33C21BAD-CB12-70DD-E575-061C098AE2EF}"/>
                </a:ext>
              </a:extLst>
            </p:cNvPr>
            <p:cNvSpPr/>
            <p:nvPr/>
          </p:nvSpPr>
          <p:spPr bwMode="auto">
            <a:xfrm>
              <a:off x="3851242" y="1273480"/>
              <a:ext cx="4627021" cy="577421"/>
            </a:xfrm>
            <a:prstGeom prst="homePlate">
              <a:avLst/>
            </a:prstGeom>
            <a:solidFill>
              <a:srgbClr val="7030A0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indent="45720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sz="2800" b="1" dirty="0">
                <a:solidFill>
                  <a:schemeClr val="bg1"/>
                </a:solidFill>
                <a:latin typeface="Aptos" panose="020B0004020202020204" pitchFamily="34" charset="0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9A7F87A-463B-B53E-118A-BBB71382FD44}"/>
                </a:ext>
              </a:extLst>
            </p:cNvPr>
            <p:cNvSpPr txBox="1"/>
            <p:nvPr/>
          </p:nvSpPr>
          <p:spPr>
            <a:xfrm>
              <a:off x="4317285" y="1307344"/>
              <a:ext cx="175445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solidFill>
                    <a:schemeClr val="bg1"/>
                  </a:solidFill>
                  <a:latin typeface="Aptos" panose="020B0004020202020204" pitchFamily="34" charset="0"/>
                </a:rPr>
                <a:t>Problems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BB87A014-7BDF-3F0F-907C-FC53E64E6E96}"/>
                </a:ext>
              </a:extLst>
            </p:cNvPr>
            <p:cNvSpPr txBox="1"/>
            <p:nvPr/>
          </p:nvSpPr>
          <p:spPr>
            <a:xfrm>
              <a:off x="4317285" y="2469371"/>
              <a:ext cx="227453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solidFill>
                    <a:schemeClr val="bg1"/>
                  </a:solidFill>
                  <a:latin typeface="Aptos" panose="020B0004020202020204" pitchFamily="34" charset="0"/>
                </a:rPr>
                <a:t>Medications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B83632F-92AC-A135-87F7-B5E6CACD36B2}"/>
                </a:ext>
              </a:extLst>
            </p:cNvPr>
            <p:cNvSpPr txBox="1"/>
            <p:nvPr/>
          </p:nvSpPr>
          <p:spPr>
            <a:xfrm>
              <a:off x="4317285" y="4196845"/>
              <a:ext cx="206460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solidFill>
                    <a:schemeClr val="bg1"/>
                  </a:solidFill>
                  <a:latin typeface="Aptos" panose="020B0004020202020204" pitchFamily="34" charset="0"/>
                </a:rPr>
                <a:t>Procedures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F83CB2A-890A-668A-8B55-08F26CA0E982}"/>
                </a:ext>
              </a:extLst>
            </p:cNvPr>
            <p:cNvSpPr txBox="1"/>
            <p:nvPr/>
          </p:nvSpPr>
          <p:spPr>
            <a:xfrm>
              <a:off x="4317285" y="4774526"/>
              <a:ext cx="213346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solidFill>
                    <a:schemeClr val="bg1"/>
                  </a:solidFill>
                  <a:latin typeface="Aptos" panose="020B0004020202020204" pitchFamily="34" charset="0"/>
                </a:rPr>
                <a:t>Encounters</a:t>
              </a: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12F7958F-C8BE-2EDD-C277-EF681A5E8B47}"/>
                </a:ext>
              </a:extLst>
            </p:cNvPr>
            <p:cNvSpPr/>
            <p:nvPr/>
          </p:nvSpPr>
          <p:spPr bwMode="auto">
            <a:xfrm rot="1387559">
              <a:off x="3723776" y="1336957"/>
              <a:ext cx="459856" cy="573573"/>
            </a:xfrm>
            <a:prstGeom prst="rect">
              <a:avLst/>
            </a:prstGeom>
            <a:solidFill>
              <a:srgbClr val="7030A0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sz="3200">
                <a:solidFill>
                  <a:schemeClr val="bg1"/>
                </a:solidFill>
                <a:latin typeface="Aptos" panose="020B0004020202020204" pitchFamily="34" charset="0"/>
              </a:endParaRPr>
            </a:p>
          </p:txBody>
        </p:sp>
        <p:sp>
          <p:nvSpPr>
            <p:cNvPr id="25" name="Arrow: Pentagon 24">
              <a:extLst>
                <a:ext uri="{FF2B5EF4-FFF2-40B4-BE49-F238E27FC236}">
                  <a16:creationId xmlns:a16="http://schemas.microsoft.com/office/drawing/2014/main" id="{D33E52DB-2C2F-8ED6-5739-382D8780D7E5}"/>
                </a:ext>
              </a:extLst>
            </p:cNvPr>
            <p:cNvSpPr/>
            <p:nvPr/>
          </p:nvSpPr>
          <p:spPr bwMode="auto">
            <a:xfrm>
              <a:off x="3686710" y="1846517"/>
              <a:ext cx="4791553" cy="577421"/>
            </a:xfrm>
            <a:prstGeom prst="homePlate">
              <a:avLst/>
            </a:prstGeom>
            <a:solidFill>
              <a:srgbClr val="87C9FB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indent="62865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sz="2800" b="1" dirty="0">
                  <a:solidFill>
                    <a:srgbClr val="7030A0"/>
                  </a:solidFill>
                  <a:latin typeface="Aptos" panose="020B0004020202020204" pitchFamily="34" charset="0"/>
                </a:rPr>
                <a:t>Allergies / Intolerances</a:t>
              </a:r>
            </a:p>
          </p:txBody>
        </p: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D716CC92-BD05-8DA2-6719-F018AF8504C6}"/>
                </a:ext>
              </a:extLst>
            </p:cNvPr>
            <p:cNvGrpSpPr/>
            <p:nvPr/>
          </p:nvGrpSpPr>
          <p:grpSpPr>
            <a:xfrm>
              <a:off x="2997976" y="1159868"/>
              <a:ext cx="422181" cy="4591612"/>
              <a:chOff x="2997976" y="1159868"/>
              <a:chExt cx="422181" cy="4591612"/>
            </a:xfrm>
          </p:grpSpPr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782EA5FF-7F5C-D99C-B9B3-FD809BF86221}"/>
                  </a:ext>
                </a:extLst>
              </p:cNvPr>
              <p:cNvSpPr/>
              <p:nvPr/>
            </p:nvSpPr>
            <p:spPr bwMode="auto">
              <a:xfrm rot="17559388">
                <a:off x="2809983" y="5141307"/>
                <a:ext cx="1057843" cy="162504"/>
              </a:xfrm>
              <a:prstGeom prst="roundRect">
                <a:avLst>
                  <a:gd name="adj" fmla="val 50000"/>
                </a:avLst>
              </a:prstGeom>
              <a:solidFill>
                <a:srgbClr val="FF0000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endParaRPr>
              </a:p>
            </p:txBody>
          </p:sp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F7946ED0-23B1-B36E-9C13-CC338B2F54FB}"/>
                  </a:ext>
                </a:extLst>
              </p:cNvPr>
              <p:cNvSpPr/>
              <p:nvPr/>
            </p:nvSpPr>
            <p:spPr bwMode="auto">
              <a:xfrm rot="17559388">
                <a:off x="2531189" y="4890955"/>
                <a:ext cx="1478280" cy="162504"/>
              </a:xfrm>
              <a:prstGeom prst="roundRect">
                <a:avLst>
                  <a:gd name="adj" fmla="val 50000"/>
                </a:avLst>
              </a:prstGeom>
              <a:solidFill>
                <a:srgbClr val="E86328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3200" b="0" i="0" u="none" strike="noStrike" cap="none" normalizeH="0" baseline="0">
                  <a:ln>
                    <a:noFill/>
                  </a:ln>
                  <a:solidFill>
                    <a:schemeClr val="bg1"/>
                  </a:solidFill>
                  <a:effectLst/>
                  <a:latin typeface="Aptos" panose="020B0004020202020204" pitchFamily="34" charset="0"/>
                </a:endParaRPr>
              </a:p>
            </p:txBody>
          </p:sp>
          <p:sp>
            <p:nvSpPr>
              <p:cNvPr id="9" name="Rectangle: Rounded Corners 8">
                <a:extLst>
                  <a:ext uri="{FF2B5EF4-FFF2-40B4-BE49-F238E27FC236}">
                    <a16:creationId xmlns:a16="http://schemas.microsoft.com/office/drawing/2014/main" id="{F416E9FF-91D3-A2FA-FA4D-7A11912BA804}"/>
                  </a:ext>
                </a:extLst>
              </p:cNvPr>
              <p:cNvSpPr/>
              <p:nvPr/>
            </p:nvSpPr>
            <p:spPr bwMode="auto">
              <a:xfrm rot="17559388">
                <a:off x="2191074" y="4532279"/>
                <a:ext cx="2111117" cy="162504"/>
              </a:xfrm>
              <a:prstGeom prst="roundRect">
                <a:avLst>
                  <a:gd name="adj" fmla="val 50000"/>
                </a:avLst>
              </a:prstGeom>
              <a:solidFill>
                <a:srgbClr val="F7D33E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3200" b="0" i="0" u="none" strike="noStrike" cap="none" normalizeH="0" baseline="0">
                  <a:ln>
                    <a:noFill/>
                  </a:ln>
                  <a:solidFill>
                    <a:schemeClr val="bg1"/>
                  </a:solidFill>
                  <a:effectLst/>
                  <a:latin typeface="Aptos" panose="020B0004020202020204" pitchFamily="34" charset="0"/>
                </a:endParaRPr>
              </a:p>
            </p:txBody>
          </p:sp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1600D0F9-1B84-54FD-028B-DA8AFF6BB6B4}"/>
                  </a:ext>
                </a:extLst>
              </p:cNvPr>
              <p:cNvSpPr/>
              <p:nvPr/>
            </p:nvSpPr>
            <p:spPr bwMode="auto">
              <a:xfrm rot="17559388">
                <a:off x="1868635" y="4208078"/>
                <a:ext cx="2676120" cy="162504"/>
              </a:xfrm>
              <a:prstGeom prst="roundRect">
                <a:avLst>
                  <a:gd name="adj" fmla="val 50000"/>
                </a:avLst>
              </a:prstGeom>
              <a:solidFill>
                <a:srgbClr val="CAD40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3200" b="0" i="0" u="none" strike="noStrike" cap="none" normalizeH="0" baseline="0">
                  <a:ln>
                    <a:noFill/>
                  </a:ln>
                  <a:solidFill>
                    <a:schemeClr val="bg1"/>
                  </a:solidFill>
                  <a:effectLst/>
                  <a:latin typeface="Aptos" panose="020B0004020202020204" pitchFamily="34" charset="0"/>
                </a:endParaRPr>
              </a:p>
            </p:txBody>
          </p:sp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D5252B57-C88C-842A-415B-30A73034551A}"/>
                  </a:ext>
                </a:extLst>
              </p:cNvPr>
              <p:cNvSpPr/>
              <p:nvPr/>
            </p:nvSpPr>
            <p:spPr bwMode="auto">
              <a:xfrm rot="17559388">
                <a:off x="1550830" y="3891230"/>
                <a:ext cx="3223466" cy="162504"/>
              </a:xfrm>
              <a:prstGeom prst="roundRect">
                <a:avLst>
                  <a:gd name="adj" fmla="val 50000"/>
                </a:avLst>
              </a:prstGeom>
              <a:solidFill>
                <a:srgbClr val="54A831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3200" b="0" i="0" u="none" strike="noStrike" cap="none" normalizeH="0" baseline="0">
                  <a:ln>
                    <a:noFill/>
                  </a:ln>
                  <a:solidFill>
                    <a:schemeClr val="bg1"/>
                  </a:solidFill>
                  <a:effectLst/>
                  <a:latin typeface="Aptos" panose="020B0004020202020204" pitchFamily="34" charset="0"/>
                </a:endParaRPr>
              </a:p>
            </p:txBody>
          </p:sp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66193A0A-53CB-3B50-D1A3-0340FA3B1136}"/>
                  </a:ext>
                </a:extLst>
              </p:cNvPr>
              <p:cNvSpPr/>
              <p:nvPr/>
            </p:nvSpPr>
            <p:spPr bwMode="auto">
              <a:xfrm rot="17559388">
                <a:off x="1210525" y="3547350"/>
                <a:ext cx="3843158" cy="162504"/>
              </a:xfrm>
              <a:prstGeom prst="roundRect">
                <a:avLst>
                  <a:gd name="adj" fmla="val 50000"/>
                </a:avLst>
              </a:prstGeom>
              <a:solidFill>
                <a:srgbClr val="87C9FB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3200" b="0" i="0" u="none" strike="noStrike" cap="none" normalizeH="0" baseline="0">
                  <a:ln>
                    <a:noFill/>
                  </a:ln>
                  <a:solidFill>
                    <a:schemeClr val="bg1"/>
                  </a:solidFill>
                  <a:effectLst/>
                  <a:latin typeface="Aptos" panose="020B0004020202020204" pitchFamily="34" charset="0"/>
                </a:endParaRPr>
              </a:p>
            </p:txBody>
          </p:sp>
          <p:sp>
            <p:nvSpPr>
              <p:cNvPr id="13" name="Rectangle: Rounded Corners 12">
                <a:extLst>
                  <a:ext uri="{FF2B5EF4-FFF2-40B4-BE49-F238E27FC236}">
                    <a16:creationId xmlns:a16="http://schemas.microsoft.com/office/drawing/2014/main" id="{49BFA074-1FB6-4F27-A377-622D4E1A36CA}"/>
                  </a:ext>
                </a:extLst>
              </p:cNvPr>
              <p:cNvSpPr/>
              <p:nvPr/>
            </p:nvSpPr>
            <p:spPr bwMode="auto">
              <a:xfrm rot="17559388">
                <a:off x="909418" y="3248426"/>
                <a:ext cx="4339619" cy="162504"/>
              </a:xfrm>
              <a:prstGeom prst="roundRect">
                <a:avLst>
                  <a:gd name="adj" fmla="val 50000"/>
                </a:avLst>
              </a:prstGeom>
              <a:solidFill>
                <a:srgbClr val="7030A0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3200" b="0" i="0" u="none" strike="noStrike" cap="none" normalizeH="0" baseline="0">
                  <a:ln>
                    <a:noFill/>
                  </a:ln>
                  <a:solidFill>
                    <a:schemeClr val="bg1"/>
                  </a:solidFill>
                  <a:effectLst/>
                  <a:latin typeface="Aptos" panose="020B00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373374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F4F2A-75EF-F58C-AFDB-9520EC8E65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71635A0-0881-6126-C538-80CC0CA5E4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CC3E5C4-3E2B-40F1-9F2B-C46CEB0C88DF}" type="slidenum">
              <a:rPr lang="en-CA" smtClean="0"/>
              <a:pPr/>
              <a:t>2</a:t>
            </a:fld>
            <a:endParaRPr lang="en-CA" dirty="0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6AF522F1-7DF7-8FA8-3D82-33EF2446B564}"/>
              </a:ext>
            </a:extLst>
          </p:cNvPr>
          <p:cNvSpPr/>
          <p:nvPr/>
        </p:nvSpPr>
        <p:spPr bwMode="auto">
          <a:xfrm>
            <a:off x="683568" y="1203653"/>
            <a:ext cx="3050389" cy="1080120"/>
          </a:xfrm>
          <a:prstGeom prst="rightArrow">
            <a:avLst/>
          </a:prstGeom>
          <a:solidFill>
            <a:srgbClr val="00B0F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US-PCS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937753B-8FBE-D8DB-806F-A8DB40C5E137}"/>
              </a:ext>
            </a:extLst>
          </p:cNvPr>
          <p:cNvSpPr/>
          <p:nvPr/>
        </p:nvSpPr>
        <p:spPr bwMode="auto">
          <a:xfrm>
            <a:off x="683568" y="3933056"/>
            <a:ext cx="7848872" cy="1904164"/>
          </a:xfrm>
          <a:prstGeom prst="roundRect">
            <a:avLst>
              <a:gd name="adj" fmla="val 9009"/>
            </a:avLst>
          </a:prstGeom>
          <a:solidFill>
            <a:schemeClr val="bg1">
              <a:lumMod val="8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800" b="1">
              <a:latin typeface="Aptos" panose="020B0004020202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1ADD68E-659C-D860-9AD8-81A5231FE260}"/>
              </a:ext>
            </a:extLst>
          </p:cNvPr>
          <p:cNvSpPr txBox="1"/>
          <p:nvPr/>
        </p:nvSpPr>
        <p:spPr>
          <a:xfrm>
            <a:off x="683569" y="4081685"/>
            <a:ext cx="78488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Composed from US Core Resources</a:t>
            </a:r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471D082B-D56A-20EF-D790-C06B3AE96205}"/>
              </a:ext>
            </a:extLst>
          </p:cNvPr>
          <p:cNvCxnSpPr>
            <a:cxnSpLocks/>
            <a:stCxn id="8" idx="2"/>
            <a:endCxn id="5" idx="0"/>
          </p:cNvCxnSpPr>
          <p:nvPr/>
        </p:nvCxnSpPr>
        <p:spPr bwMode="auto">
          <a:xfrm rot="5400000">
            <a:off x="4878883" y="3077832"/>
            <a:ext cx="584345" cy="1126102"/>
          </a:xfrm>
          <a:prstGeom prst="bentConnector3">
            <a:avLst/>
          </a:prstGeom>
          <a:solidFill>
            <a:schemeClr val="accent1"/>
          </a:solidFill>
          <a:ln w="57150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82C77BB-708F-4724-86F6-5083814B4986}"/>
              </a:ext>
            </a:extLst>
          </p:cNvPr>
          <p:cNvSpPr/>
          <p:nvPr/>
        </p:nvSpPr>
        <p:spPr bwMode="auto">
          <a:xfrm>
            <a:off x="3796706" y="116632"/>
            <a:ext cx="3874799" cy="3232079"/>
          </a:xfrm>
          <a:prstGeom prst="roundRect">
            <a:avLst>
              <a:gd name="adj" fmla="val 4745"/>
            </a:avLst>
          </a:prstGeom>
          <a:noFill/>
          <a:ln w="57150" cap="flat" cmpd="sng" algn="ctr">
            <a:solidFill>
              <a:srgbClr val="00B0F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C149171-6B82-665F-9374-06D53A7CEC38}"/>
              </a:ext>
            </a:extLst>
          </p:cNvPr>
          <p:cNvSpPr/>
          <p:nvPr/>
        </p:nvSpPr>
        <p:spPr bwMode="auto">
          <a:xfrm>
            <a:off x="5527070" y="4645701"/>
            <a:ext cx="910712" cy="929216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E86328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EE9946D-1529-8C2B-BFD4-FFE6FBAF29A8}"/>
              </a:ext>
            </a:extLst>
          </p:cNvPr>
          <p:cNvSpPr/>
          <p:nvPr/>
        </p:nvSpPr>
        <p:spPr bwMode="auto">
          <a:xfrm>
            <a:off x="4584539" y="4645701"/>
            <a:ext cx="910712" cy="929216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F7D33E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1FFBDBD-B278-0299-2B77-DEEB1039A77E}"/>
              </a:ext>
            </a:extLst>
          </p:cNvPr>
          <p:cNvSpPr/>
          <p:nvPr/>
        </p:nvSpPr>
        <p:spPr bwMode="auto">
          <a:xfrm>
            <a:off x="3642009" y="4645701"/>
            <a:ext cx="910712" cy="929216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CAD40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935B7D2-FA62-D44D-BB2A-E386B72CCFE6}"/>
              </a:ext>
            </a:extLst>
          </p:cNvPr>
          <p:cNvSpPr/>
          <p:nvPr/>
        </p:nvSpPr>
        <p:spPr bwMode="auto">
          <a:xfrm>
            <a:off x="2699478" y="4645701"/>
            <a:ext cx="910712" cy="929216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05953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F0A8D3D-B1AA-28D3-96FE-524D87A45028}"/>
              </a:ext>
            </a:extLst>
          </p:cNvPr>
          <p:cNvSpPr/>
          <p:nvPr/>
        </p:nvSpPr>
        <p:spPr bwMode="auto">
          <a:xfrm>
            <a:off x="1756948" y="4645701"/>
            <a:ext cx="910712" cy="929216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87C9FB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FB24494-C3CE-FF47-65A3-C380E527405C}"/>
              </a:ext>
            </a:extLst>
          </p:cNvPr>
          <p:cNvSpPr/>
          <p:nvPr/>
        </p:nvSpPr>
        <p:spPr bwMode="auto">
          <a:xfrm>
            <a:off x="814417" y="4645701"/>
            <a:ext cx="910712" cy="929216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7030A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dirty="0">
              <a:latin typeface="Arial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28585F6-BCCE-75E7-43A4-FE802C68283D}"/>
              </a:ext>
            </a:extLst>
          </p:cNvPr>
          <p:cNvSpPr/>
          <p:nvPr/>
        </p:nvSpPr>
        <p:spPr bwMode="auto">
          <a:xfrm>
            <a:off x="7406629" y="4645701"/>
            <a:ext cx="910712" cy="929216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36BD2FB-41E9-5E32-82D8-77C1DCFB0043}"/>
              </a:ext>
            </a:extLst>
          </p:cNvPr>
          <p:cNvSpPr txBox="1"/>
          <p:nvPr/>
        </p:nvSpPr>
        <p:spPr>
          <a:xfrm>
            <a:off x="1887693" y="5314920"/>
            <a:ext cx="640080" cy="274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Allergy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93A9D8D-8902-8471-B3AB-B7C378920737}"/>
              </a:ext>
            </a:extLst>
          </p:cNvPr>
          <p:cNvSpPr txBox="1"/>
          <p:nvPr/>
        </p:nvSpPr>
        <p:spPr>
          <a:xfrm>
            <a:off x="956250" y="5314920"/>
            <a:ext cx="640080" cy="274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ABE1F66-B0B9-7839-618B-70977F3B8A74}"/>
              </a:ext>
            </a:extLst>
          </p:cNvPr>
          <p:cNvSpPr txBox="1"/>
          <p:nvPr/>
        </p:nvSpPr>
        <p:spPr>
          <a:xfrm>
            <a:off x="2855428" y="5314920"/>
            <a:ext cx="640080" cy="274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Medication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33CB52-1645-B8E7-A68F-370DF6E0F33F}"/>
              </a:ext>
            </a:extLst>
          </p:cNvPr>
          <p:cNvSpPr txBox="1"/>
          <p:nvPr/>
        </p:nvSpPr>
        <p:spPr>
          <a:xfrm>
            <a:off x="3781380" y="5314920"/>
            <a:ext cx="640080" cy="274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spc="-10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Immunization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D62A424-8FC8-53B0-6450-1EF5B8B691D8}"/>
              </a:ext>
            </a:extLst>
          </p:cNvPr>
          <p:cNvSpPr txBox="1"/>
          <p:nvPr/>
        </p:nvSpPr>
        <p:spPr>
          <a:xfrm>
            <a:off x="4717094" y="5314920"/>
            <a:ext cx="640080" cy="274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D4CC493-71D1-E5BB-E158-9833F3BF17EB}"/>
              </a:ext>
            </a:extLst>
          </p:cNvPr>
          <p:cNvSpPr txBox="1"/>
          <p:nvPr/>
        </p:nvSpPr>
        <p:spPr>
          <a:xfrm>
            <a:off x="5668048" y="5314920"/>
            <a:ext cx="640080" cy="274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Procedure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1F8B2D4-6031-F858-D6A2-30FB6B984E0F}"/>
              </a:ext>
            </a:extLst>
          </p:cNvPr>
          <p:cNvSpPr txBox="1"/>
          <p:nvPr/>
        </p:nvSpPr>
        <p:spPr>
          <a:xfrm>
            <a:off x="7562539" y="5145669"/>
            <a:ext cx="588597" cy="3738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Other </a:t>
            </a:r>
            <a:b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Profiles</a:t>
            </a:r>
          </a:p>
        </p:txBody>
      </p:sp>
      <p:pic>
        <p:nvPicPr>
          <p:cNvPr id="23" name="Picture 22" descr="A black and white image of a pair of scissors&#10;&#10;Description automatically generated">
            <a:extLst>
              <a:ext uri="{FF2B5EF4-FFF2-40B4-BE49-F238E27FC236}">
                <a16:creationId xmlns:a16="http://schemas.microsoft.com/office/drawing/2014/main" id="{1FE4BAD2-22B3-2570-6A82-2347F5FC56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0812" y="4765701"/>
            <a:ext cx="528938" cy="528939"/>
          </a:xfrm>
          <a:prstGeom prst="rect">
            <a:avLst/>
          </a:prstGeom>
        </p:spPr>
      </p:pic>
      <p:pic>
        <p:nvPicPr>
          <p:cNvPr id="24" name="Picture 23" descr="A stethoscope with a cord&#10;&#10;Description automatically generated">
            <a:extLst>
              <a:ext uri="{FF2B5EF4-FFF2-40B4-BE49-F238E27FC236}">
                <a16:creationId xmlns:a16="http://schemas.microsoft.com/office/drawing/2014/main" id="{BB0187C8-BC90-8708-832B-85E7B3865B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4049" y="4774598"/>
            <a:ext cx="528938" cy="528939"/>
          </a:xfrm>
          <a:prstGeom prst="rect">
            <a:avLst/>
          </a:prstGeom>
        </p:spPr>
      </p:pic>
      <p:pic>
        <p:nvPicPr>
          <p:cNvPr id="25" name="Picture 24" descr="A black and white icon of a syringe and a shield&#10;&#10;Description automatically generated">
            <a:extLst>
              <a:ext uri="{FF2B5EF4-FFF2-40B4-BE49-F238E27FC236}">
                <a16:creationId xmlns:a16="http://schemas.microsoft.com/office/drawing/2014/main" id="{6970B4AA-5DA2-4731-60DA-933AF50C93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2751" y="4753104"/>
            <a:ext cx="528938" cy="528939"/>
          </a:xfrm>
          <a:prstGeom prst="rect">
            <a:avLst/>
          </a:prstGeom>
        </p:spPr>
      </p:pic>
      <p:pic>
        <p:nvPicPr>
          <p:cNvPr id="26" name="Picture 25" descr="A black and white line drawing of a test tube&#10;&#10;Description automatically generated">
            <a:extLst>
              <a:ext uri="{FF2B5EF4-FFF2-40B4-BE49-F238E27FC236}">
                <a16:creationId xmlns:a16="http://schemas.microsoft.com/office/drawing/2014/main" id="{CC8332F9-E1C3-EE8B-4F2A-C754EA37181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5425" y="4774597"/>
            <a:ext cx="528938" cy="528939"/>
          </a:xfrm>
          <a:prstGeom prst="rect">
            <a:avLst/>
          </a:prstGeom>
        </p:spPr>
      </p:pic>
      <p:pic>
        <p:nvPicPr>
          <p:cNvPr id="27" name="Picture 26" descr="A black and white image of different shapes&#10;&#10;Description automatically generated">
            <a:extLst>
              <a:ext uri="{FF2B5EF4-FFF2-40B4-BE49-F238E27FC236}">
                <a16:creationId xmlns:a16="http://schemas.microsoft.com/office/drawing/2014/main" id="{FE291B3F-651F-A8E8-CFF3-7A109D9FC21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0468" y="4769723"/>
            <a:ext cx="528938" cy="528939"/>
          </a:xfrm>
          <a:prstGeom prst="rect">
            <a:avLst/>
          </a:prstGeom>
        </p:spPr>
      </p:pic>
      <p:pic>
        <p:nvPicPr>
          <p:cNvPr id="28" name="Picture 27" descr="A black and white clipboard with a cross&#10;&#10;Description automatically generated">
            <a:extLst>
              <a:ext uri="{FF2B5EF4-FFF2-40B4-BE49-F238E27FC236}">
                <a16:creationId xmlns:a16="http://schemas.microsoft.com/office/drawing/2014/main" id="{4AF1C9EA-E0F4-EF17-FD1A-DBF8DEEB0D7C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2548" y="4748968"/>
            <a:ext cx="373854" cy="373854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614D60A9-EA8E-E732-B1EF-3922D4B4A0AF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6754" t="18564" r="80644" b="30366"/>
          <a:stretch/>
        </p:blipFill>
        <p:spPr>
          <a:xfrm>
            <a:off x="1952172" y="4774597"/>
            <a:ext cx="526591" cy="524064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CADED9CD-9C79-A62D-295F-5E02C55730C0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t="14434" r="85778" b="20996"/>
          <a:stretch/>
        </p:blipFill>
        <p:spPr>
          <a:xfrm>
            <a:off x="7707815" y="4729651"/>
            <a:ext cx="515199" cy="425006"/>
          </a:xfrm>
          <a:prstGeom prst="rect">
            <a:avLst/>
          </a:prstGeom>
        </p:spPr>
      </p:pic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930FE0BE-A2D4-9B40-3D84-FD9A8EBFF2D4}"/>
              </a:ext>
            </a:extLst>
          </p:cNvPr>
          <p:cNvSpPr/>
          <p:nvPr/>
        </p:nvSpPr>
        <p:spPr bwMode="auto">
          <a:xfrm>
            <a:off x="6471073" y="4645701"/>
            <a:ext cx="910712" cy="929216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E82338F-8FB3-79DC-A16D-493C2CE3B3AA}"/>
              </a:ext>
            </a:extLst>
          </p:cNvPr>
          <p:cNvSpPr txBox="1"/>
          <p:nvPr/>
        </p:nvSpPr>
        <p:spPr>
          <a:xfrm>
            <a:off x="6628203" y="5314920"/>
            <a:ext cx="640080" cy="274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Encounter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77EE3DB7-E016-A4CD-88FD-4D32592704F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4977" y="4737754"/>
            <a:ext cx="609631" cy="60963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55A099E-3DCC-C6C0-3BC3-E86AE8B7E53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88173" y="384384"/>
            <a:ext cx="3291863" cy="2836953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A5684ADD-9DB4-5130-5BEC-96E278B1C46A}"/>
              </a:ext>
            </a:extLst>
          </p:cNvPr>
          <p:cNvSpPr txBox="1"/>
          <p:nvPr/>
        </p:nvSpPr>
        <p:spPr>
          <a:xfrm>
            <a:off x="4688787" y="2448422"/>
            <a:ext cx="2692998" cy="584775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60325" algn="ctr"/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Aptos" panose="020B0004020202020204" pitchFamily="34" charset="0"/>
              </a:rPr>
              <a:t>+ Optional sections included when clinically relevant</a:t>
            </a:r>
          </a:p>
        </p:txBody>
      </p:sp>
    </p:spTree>
    <p:extLst>
      <p:ext uri="{BB962C8B-B14F-4D97-AF65-F5344CB8AC3E}">
        <p14:creationId xmlns:p14="http://schemas.microsoft.com/office/powerpoint/2010/main" val="8229193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53C72-834F-478F-9555-1EBED2510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848E15D-3259-DB65-51B0-268431514C87}"/>
              </a:ext>
            </a:extLst>
          </p:cNvPr>
          <p:cNvSpPr/>
          <p:nvPr/>
        </p:nvSpPr>
        <p:spPr>
          <a:xfrm>
            <a:off x="2993603" y="2059417"/>
            <a:ext cx="3259567" cy="1654125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endParaRPr lang="en-US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3AAF7DD-4F74-D96C-0D0B-307E0DD1DC8F}"/>
              </a:ext>
            </a:extLst>
          </p:cNvPr>
          <p:cNvSpPr/>
          <p:nvPr/>
        </p:nvSpPr>
        <p:spPr>
          <a:xfrm>
            <a:off x="3808244" y="2331047"/>
            <a:ext cx="1655124" cy="43165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r>
              <a:rPr lang="en-US" b="1" dirty="0">
                <a:solidFill>
                  <a:srgbClr val="00B0F0"/>
                </a:solidFill>
                <a:latin typeface="Aptos" panose="02110004020202020204"/>
              </a:rPr>
              <a:t>Bundle</a:t>
            </a:r>
            <a:endParaRPr lang="en-US" sz="1350" dirty="0">
              <a:solidFill>
                <a:srgbClr val="00B0F0"/>
              </a:solidFill>
              <a:latin typeface="Aptos" panose="02110004020202020204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BF1F3C9-AA86-1BE3-BF37-04E7D7489CDE}"/>
              </a:ext>
            </a:extLst>
          </p:cNvPr>
          <p:cNvSpPr/>
          <p:nvPr/>
        </p:nvSpPr>
        <p:spPr>
          <a:xfrm>
            <a:off x="3808244" y="3049568"/>
            <a:ext cx="1655124" cy="43165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r>
              <a:rPr lang="en-US" b="1" dirty="0">
                <a:solidFill>
                  <a:srgbClr val="00B0F0"/>
                </a:solidFill>
                <a:latin typeface="Aptos" panose="02110004020202020204"/>
              </a:rPr>
              <a:t>Composition</a:t>
            </a:r>
            <a:endParaRPr lang="en-US" sz="1350" dirty="0">
              <a:solidFill>
                <a:srgbClr val="00B0F0"/>
              </a:solidFill>
              <a:latin typeface="Aptos" panose="02110004020202020204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5E5FC4D-8D7D-6812-1438-06B1F6BAB281}"/>
              </a:ext>
            </a:extLst>
          </p:cNvPr>
          <p:cNvSpPr/>
          <p:nvPr/>
        </p:nvSpPr>
        <p:spPr>
          <a:xfrm>
            <a:off x="3808244" y="4208537"/>
            <a:ext cx="1655122" cy="94801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r>
              <a:rPr lang="en-US" b="1" dirty="0">
                <a:solidFill>
                  <a:prstClr val="black"/>
                </a:solidFill>
                <a:latin typeface="Aptos" panose="02110004020202020204"/>
              </a:rPr>
              <a:t>Clinical Resource Profiles</a:t>
            </a:r>
            <a:endParaRPr lang="en-US" sz="1350" dirty="0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BF6E78-65EF-8123-1ED0-5B8CEB923B56}"/>
              </a:ext>
            </a:extLst>
          </p:cNvPr>
          <p:cNvSpPr txBox="1"/>
          <p:nvPr/>
        </p:nvSpPr>
        <p:spPr>
          <a:xfrm>
            <a:off x="2993603" y="1570402"/>
            <a:ext cx="32595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85800"/>
            <a:r>
              <a:rPr lang="en-US" sz="2400" b="1" dirty="0">
                <a:solidFill>
                  <a:srgbClr val="00B0F0"/>
                </a:solidFill>
                <a:latin typeface="Aptos" panose="02110004020202020204"/>
              </a:rPr>
              <a:t>US-PCS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377CDA0-7119-D724-2FBB-6E1D49736EA1}"/>
              </a:ext>
            </a:extLst>
          </p:cNvPr>
          <p:cNvCxnSpPr>
            <a:cxnSpLocks/>
          </p:cNvCxnSpPr>
          <p:nvPr/>
        </p:nvCxnSpPr>
        <p:spPr>
          <a:xfrm>
            <a:off x="2533499" y="4708767"/>
            <a:ext cx="1051390" cy="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7D6ADD7-6E9E-360A-14A8-143B706721DC}"/>
              </a:ext>
            </a:extLst>
          </p:cNvPr>
          <p:cNvSpPr txBox="1"/>
          <p:nvPr/>
        </p:nvSpPr>
        <p:spPr>
          <a:xfrm>
            <a:off x="726976" y="4498167"/>
            <a:ext cx="182983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85800"/>
            <a:r>
              <a:rPr lang="en-US" sz="2100" b="1" dirty="0">
                <a:solidFill>
                  <a:srgbClr val="C00000"/>
                </a:solidFill>
                <a:latin typeface="Aptos" panose="02110004020202020204"/>
              </a:rPr>
              <a:t>US Core 6.1.0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95549F-DC59-D290-E219-E621F8A1116A}"/>
              </a:ext>
            </a:extLst>
          </p:cNvPr>
          <p:cNvSpPr txBox="1"/>
          <p:nvPr/>
        </p:nvSpPr>
        <p:spPr>
          <a:xfrm>
            <a:off x="726976" y="2517120"/>
            <a:ext cx="1827103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685800"/>
            <a:r>
              <a:rPr lang="en-US" sz="2100" b="1" dirty="0">
                <a:solidFill>
                  <a:prstClr val="black"/>
                </a:solidFill>
                <a:latin typeface="Aptos" panose="02110004020202020204"/>
              </a:rPr>
              <a:t>FHIR Clinical </a:t>
            </a:r>
            <a:br>
              <a:rPr lang="en-US" sz="2100" b="1" dirty="0">
                <a:solidFill>
                  <a:prstClr val="black"/>
                </a:solidFill>
                <a:latin typeface="Aptos" panose="02110004020202020204"/>
              </a:rPr>
            </a:br>
            <a:r>
              <a:rPr lang="en-US" sz="2100" b="1" dirty="0">
                <a:solidFill>
                  <a:prstClr val="black"/>
                </a:solidFill>
                <a:latin typeface="Aptos" panose="02110004020202020204"/>
              </a:rPr>
              <a:t>Documents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96F0691-8B36-382F-8F2E-2FF703E7A67A}"/>
              </a:ext>
            </a:extLst>
          </p:cNvPr>
          <p:cNvSpPr txBox="1"/>
          <p:nvPr/>
        </p:nvSpPr>
        <p:spPr>
          <a:xfrm>
            <a:off x="726976" y="1570402"/>
            <a:ext cx="1657633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685800"/>
            <a:r>
              <a:rPr lang="en-US" sz="2100" i="1" dirty="0">
                <a:solidFill>
                  <a:prstClr val="black">
                    <a:lumMod val="50000"/>
                    <a:lumOff val="50000"/>
                  </a:prstClr>
                </a:solidFill>
                <a:latin typeface="Aptos" panose="02110004020202020204"/>
              </a:rPr>
              <a:t>Derives from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CB826C3-610A-2D09-D8B8-AFB5579F8F90}"/>
              </a:ext>
            </a:extLst>
          </p:cNvPr>
          <p:cNvSpPr txBox="1"/>
          <p:nvPr/>
        </p:nvSpPr>
        <p:spPr>
          <a:xfrm>
            <a:off x="6732240" y="1570402"/>
            <a:ext cx="1686745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defTabSz="685800"/>
            <a:r>
              <a:rPr lang="en-US" sz="2100" i="1" dirty="0">
                <a:solidFill>
                  <a:prstClr val="black">
                    <a:lumMod val="50000"/>
                    <a:lumOff val="50000"/>
                  </a:prstClr>
                </a:solidFill>
                <a:latin typeface="Aptos" panose="02110004020202020204"/>
              </a:rPr>
              <a:t>Conforms to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AD17CCC-0059-0B6C-7257-3F51E764A3C1}"/>
              </a:ext>
            </a:extLst>
          </p:cNvPr>
          <p:cNvCxnSpPr>
            <a:cxnSpLocks/>
          </p:cNvCxnSpPr>
          <p:nvPr/>
        </p:nvCxnSpPr>
        <p:spPr>
          <a:xfrm>
            <a:off x="5686723" y="2551628"/>
            <a:ext cx="1007441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036E426E-6FDF-BDAF-DB71-53DED35FD02D}"/>
              </a:ext>
            </a:extLst>
          </p:cNvPr>
          <p:cNvSpPr txBox="1"/>
          <p:nvPr/>
        </p:nvSpPr>
        <p:spPr>
          <a:xfrm>
            <a:off x="6732240" y="2369597"/>
            <a:ext cx="2054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685800"/>
            <a:r>
              <a:rPr lang="en-US" b="1" dirty="0">
                <a:solidFill>
                  <a:srgbClr val="FFC000"/>
                </a:solidFill>
                <a:latin typeface="Aptos" panose="02110004020202020204"/>
              </a:rPr>
              <a:t>IPS Bundle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7FD9A42-EEE4-010F-E02F-D340FE3F3C45}"/>
              </a:ext>
            </a:extLst>
          </p:cNvPr>
          <p:cNvCxnSpPr>
            <a:cxnSpLocks/>
          </p:cNvCxnSpPr>
          <p:nvPr/>
        </p:nvCxnSpPr>
        <p:spPr>
          <a:xfrm>
            <a:off x="5686723" y="3279435"/>
            <a:ext cx="1007441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9C21D359-DD9E-72AB-308E-3AAB707267EF}"/>
              </a:ext>
            </a:extLst>
          </p:cNvPr>
          <p:cNvSpPr txBox="1"/>
          <p:nvPr/>
        </p:nvSpPr>
        <p:spPr>
          <a:xfrm>
            <a:off x="6732240" y="3083228"/>
            <a:ext cx="21263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685800"/>
            <a:r>
              <a:rPr lang="en-US" b="1" dirty="0">
                <a:solidFill>
                  <a:srgbClr val="FFC000"/>
                </a:solidFill>
                <a:latin typeface="Aptos" panose="02110004020202020204"/>
              </a:rPr>
              <a:t>IPS Composition</a:t>
            </a:r>
            <a:endParaRPr lang="en-US" b="1" dirty="0">
              <a:solidFill>
                <a:srgbClr val="00B050"/>
              </a:solidFill>
              <a:latin typeface="Aptos" panose="02110004020202020204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37A2489-072A-6371-8E59-00666D66FB88}"/>
              </a:ext>
            </a:extLst>
          </p:cNvPr>
          <p:cNvCxnSpPr>
            <a:cxnSpLocks/>
          </p:cNvCxnSpPr>
          <p:nvPr/>
        </p:nvCxnSpPr>
        <p:spPr>
          <a:xfrm>
            <a:off x="4639864" y="3614888"/>
            <a:ext cx="0" cy="537368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03D5E92-2BB0-8B21-DA7C-51A11932E932}"/>
              </a:ext>
            </a:extLst>
          </p:cNvPr>
          <p:cNvSpPr txBox="1"/>
          <p:nvPr/>
        </p:nvSpPr>
        <p:spPr>
          <a:xfrm>
            <a:off x="4710858" y="3687320"/>
            <a:ext cx="33175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/>
              <a:t>Specify section content </a:t>
            </a:r>
            <a:br>
              <a:rPr lang="en-US" sz="1400" i="1" dirty="0"/>
            </a:br>
            <a:r>
              <a:rPr lang="en-US" sz="1400" i="1" dirty="0"/>
              <a:t>with US Core resources</a:t>
            </a:r>
          </a:p>
        </p:txBody>
      </p:sp>
      <p:sp>
        <p:nvSpPr>
          <p:cNvPr id="2" name="Left Brace 1">
            <a:extLst>
              <a:ext uri="{FF2B5EF4-FFF2-40B4-BE49-F238E27FC236}">
                <a16:creationId xmlns:a16="http://schemas.microsoft.com/office/drawing/2014/main" id="{BC78EDC7-F0E9-85EC-99AB-54BDEE443C55}"/>
              </a:ext>
            </a:extLst>
          </p:cNvPr>
          <p:cNvSpPr/>
          <p:nvPr/>
        </p:nvSpPr>
        <p:spPr>
          <a:xfrm>
            <a:off x="2483769" y="2444336"/>
            <a:ext cx="432048" cy="918461"/>
          </a:xfrm>
          <a:prstGeom prst="leftBrac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1100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Picture 42">
            <a:extLst>
              <a:ext uri="{FF2B5EF4-FFF2-40B4-BE49-F238E27FC236}">
                <a16:creationId xmlns:a16="http://schemas.microsoft.com/office/drawing/2014/main" id="{0942FD49-C10A-7F86-0182-01018D0A8A5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448" t="17026" r="23535" b="23626"/>
          <a:stretch>
            <a:fillRect/>
          </a:stretch>
        </p:blipFill>
        <p:spPr>
          <a:xfrm>
            <a:off x="693616" y="2591485"/>
            <a:ext cx="1267858" cy="1393017"/>
          </a:xfrm>
          <a:prstGeom prst="rect">
            <a:avLst/>
          </a:prstGeom>
        </p:spPr>
      </p:pic>
      <p:pic>
        <p:nvPicPr>
          <p:cNvPr id="1026" name="Picture 2" descr="logo fhir">
            <a:extLst>
              <a:ext uri="{FF2B5EF4-FFF2-40B4-BE49-F238E27FC236}">
                <a16:creationId xmlns:a16="http://schemas.microsoft.com/office/drawing/2014/main" id="{0FBADC46-2EBA-4767-F677-9F9DCE589E0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546"/>
          <a:stretch>
            <a:fillRect/>
          </a:stretch>
        </p:blipFill>
        <p:spPr bwMode="auto">
          <a:xfrm>
            <a:off x="677389" y="2301737"/>
            <a:ext cx="576064" cy="843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4C0AE77-9580-EE6F-7BC5-7ECDB413B929}"/>
              </a:ext>
            </a:extLst>
          </p:cNvPr>
          <p:cNvSpPr txBox="1"/>
          <p:nvPr/>
        </p:nvSpPr>
        <p:spPr>
          <a:xfrm>
            <a:off x="278644" y="3933056"/>
            <a:ext cx="206819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/>
              <a:t>US-PCS</a:t>
            </a:r>
          </a:p>
          <a:p>
            <a:pPr algn="ctr"/>
            <a:r>
              <a:rPr lang="en-US" sz="2800" b="1" dirty="0"/>
              <a:t>Document*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90F116CE-6A2A-17EA-BE84-B3BDF6FB9DE8}"/>
              </a:ext>
            </a:extLst>
          </p:cNvPr>
          <p:cNvSpPr/>
          <p:nvPr/>
        </p:nvSpPr>
        <p:spPr>
          <a:xfrm>
            <a:off x="2105472" y="3145113"/>
            <a:ext cx="782058" cy="524776"/>
          </a:xfrm>
          <a:prstGeom prst="right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endParaRPr lang="en-US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28B91B-17DF-D1E4-E176-ECAC8EBE8ADC}"/>
              </a:ext>
            </a:extLst>
          </p:cNvPr>
          <p:cNvSpPr txBox="1"/>
          <p:nvPr/>
        </p:nvSpPr>
        <p:spPr>
          <a:xfrm>
            <a:off x="2581428" y="3933056"/>
            <a:ext cx="224016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/>
              <a:t>Clinician</a:t>
            </a:r>
            <a:br>
              <a:rPr lang="en-US" sz="2800" b="1" dirty="0"/>
            </a:br>
            <a:r>
              <a:rPr lang="en-US" sz="2800" b="1" dirty="0"/>
              <a:t>or Caregiver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23158F-9128-0415-912D-E82E93CC48E3}"/>
              </a:ext>
            </a:extLst>
          </p:cNvPr>
          <p:cNvSpPr txBox="1"/>
          <p:nvPr/>
        </p:nvSpPr>
        <p:spPr>
          <a:xfrm>
            <a:off x="5292081" y="719688"/>
            <a:ext cx="385191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How to Request </a:t>
            </a:r>
            <a:br>
              <a:rPr lang="en-US" sz="2800" b="1" dirty="0"/>
            </a:br>
            <a:r>
              <a:rPr lang="en-US" sz="2800" b="1" dirty="0"/>
              <a:t>Additional Data?</a:t>
            </a:r>
          </a:p>
        </p:txBody>
      </p:sp>
      <p:pic>
        <p:nvPicPr>
          <p:cNvPr id="16" name="Picture 2" descr="logo fhir">
            <a:extLst>
              <a:ext uri="{FF2B5EF4-FFF2-40B4-BE49-F238E27FC236}">
                <a16:creationId xmlns:a16="http://schemas.microsoft.com/office/drawing/2014/main" id="{F7ACDBE7-003D-F83F-904C-48A6640FBE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546"/>
          <a:stretch>
            <a:fillRect/>
          </a:stretch>
        </p:blipFill>
        <p:spPr bwMode="auto">
          <a:xfrm>
            <a:off x="6001983" y="1994536"/>
            <a:ext cx="576064" cy="843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2CC89D72-0932-AFA5-F38E-FBC780D8C064}"/>
              </a:ext>
            </a:extLst>
          </p:cNvPr>
          <p:cNvCxnSpPr>
            <a:cxnSpLocks/>
            <a:stCxn id="42" idx="3"/>
            <a:endCxn id="25" idx="1"/>
          </p:cNvCxnSpPr>
          <p:nvPr/>
        </p:nvCxnSpPr>
        <p:spPr>
          <a:xfrm flipV="1">
            <a:off x="4373404" y="2416224"/>
            <a:ext cx="1540515" cy="978154"/>
          </a:xfrm>
          <a:prstGeom prst="bentConnector3">
            <a:avLst/>
          </a:prstGeom>
          <a:ln w="7620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B7BD74B-DBC6-97A8-5720-9281EB4A1E95}"/>
              </a:ext>
            </a:extLst>
          </p:cNvPr>
          <p:cNvSpPr txBox="1"/>
          <p:nvPr/>
        </p:nvSpPr>
        <p:spPr>
          <a:xfrm>
            <a:off x="6876256" y="1824485"/>
            <a:ext cx="2000799" cy="1183478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600" b="1" dirty="0"/>
              <a:t>Use FHIR endpoints from US-PCS to query US Core FHIR Servers  </a:t>
            </a:r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96515556-E18A-C873-544E-79BF7FF75AD0}"/>
              </a:ext>
            </a:extLst>
          </p:cNvPr>
          <p:cNvCxnSpPr>
            <a:cxnSpLocks/>
            <a:stCxn id="42" idx="3"/>
            <a:endCxn id="39" idx="1"/>
          </p:cNvCxnSpPr>
          <p:nvPr/>
        </p:nvCxnSpPr>
        <p:spPr>
          <a:xfrm>
            <a:off x="4373404" y="3394378"/>
            <a:ext cx="1540515" cy="1047328"/>
          </a:xfrm>
          <a:prstGeom prst="bentConnector3">
            <a:avLst/>
          </a:prstGeom>
          <a:ln w="7620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28E5FA0A-48AB-9A6C-A148-73CE414E80F3}"/>
              </a:ext>
            </a:extLst>
          </p:cNvPr>
          <p:cNvSpPr/>
          <p:nvPr/>
        </p:nvSpPr>
        <p:spPr>
          <a:xfrm>
            <a:off x="5913919" y="2326468"/>
            <a:ext cx="179512" cy="1795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3103B2-FDD0-BE4B-3BBF-733BECDDC612}"/>
              </a:ext>
            </a:extLst>
          </p:cNvPr>
          <p:cNvSpPr txBox="1"/>
          <p:nvPr/>
        </p:nvSpPr>
        <p:spPr>
          <a:xfrm>
            <a:off x="6876256" y="3757380"/>
            <a:ext cx="2000799" cy="106879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600" b="1" dirty="0"/>
              <a:t>Use HIEs, EHR Networks or TEFCA QHINs to query for other documents or resources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BF9A3AC-8A48-66AC-6DC3-8328E38ECACB}"/>
              </a:ext>
            </a:extLst>
          </p:cNvPr>
          <p:cNvSpPr txBox="1"/>
          <p:nvPr/>
        </p:nvSpPr>
        <p:spPr>
          <a:xfrm>
            <a:off x="247756" y="4997032"/>
            <a:ext cx="4540267" cy="77655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* A US-PCS is a FHIR Clinical Document but only requires Problems, Allergies, Medications and key patient/document information. </a:t>
            </a: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AE13B725-247D-23A9-8356-9116D94EE4F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414" t="20666" r="23960" b="28680"/>
          <a:stretch>
            <a:fillRect/>
          </a:stretch>
        </p:blipFill>
        <p:spPr>
          <a:xfrm>
            <a:off x="5913919" y="3990837"/>
            <a:ext cx="1034345" cy="901738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F7FC7297-94B6-BE52-EA94-301C913012D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3650" t="22046" r="22213" b="29292"/>
          <a:stretch>
            <a:fillRect/>
          </a:stretch>
        </p:blipFill>
        <p:spPr>
          <a:xfrm>
            <a:off x="3059832" y="2769877"/>
            <a:ext cx="1313572" cy="124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168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6C45EA6-7E40-6EB5-ABD4-13B9666000F2}"/>
              </a:ext>
            </a:extLst>
          </p:cNvPr>
          <p:cNvSpPr/>
          <p:nvPr/>
        </p:nvSpPr>
        <p:spPr>
          <a:xfrm>
            <a:off x="206505" y="2780928"/>
            <a:ext cx="4158991" cy="3672622"/>
          </a:xfrm>
          <a:prstGeom prst="roundRect">
            <a:avLst>
              <a:gd name="adj" fmla="val 6226"/>
            </a:avLst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A6C2EF-3DB1-9EF8-2696-E6AE6D6E6F0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448" t="17026" r="23535" b="23626"/>
          <a:stretch>
            <a:fillRect/>
          </a:stretch>
        </p:blipFill>
        <p:spPr>
          <a:xfrm>
            <a:off x="450304" y="3701057"/>
            <a:ext cx="839676" cy="922566"/>
          </a:xfrm>
          <a:prstGeom prst="rect">
            <a:avLst/>
          </a:prstGeom>
        </p:spPr>
      </p:pic>
      <p:pic>
        <p:nvPicPr>
          <p:cNvPr id="5" name="Picture 2" descr="logo fhir">
            <a:extLst>
              <a:ext uri="{FF2B5EF4-FFF2-40B4-BE49-F238E27FC236}">
                <a16:creationId xmlns:a16="http://schemas.microsoft.com/office/drawing/2014/main" id="{17ED4006-1704-AC0D-FE69-C8C006E5ED3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546"/>
          <a:stretch>
            <a:fillRect/>
          </a:stretch>
        </p:blipFill>
        <p:spPr bwMode="auto">
          <a:xfrm>
            <a:off x="450304" y="3500446"/>
            <a:ext cx="350236" cy="512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2680516-85AC-2877-BCF1-D30FC3832B6D}"/>
              </a:ext>
            </a:extLst>
          </p:cNvPr>
          <p:cNvSpPr txBox="1"/>
          <p:nvPr/>
        </p:nvSpPr>
        <p:spPr>
          <a:xfrm>
            <a:off x="0" y="1835372"/>
            <a:ext cx="45719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What goes into a</a:t>
            </a:r>
            <a:br>
              <a:rPr lang="en-US" sz="2400" b="1" dirty="0"/>
            </a:br>
            <a:r>
              <a:rPr lang="en-US" sz="2400" b="1" dirty="0"/>
              <a:t>US-PCS patient summary?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0F6F44-361A-FF12-2270-80FA74827035}"/>
              </a:ext>
            </a:extLst>
          </p:cNvPr>
          <p:cNvSpPr txBox="1"/>
          <p:nvPr/>
        </p:nvSpPr>
        <p:spPr>
          <a:xfrm>
            <a:off x="158635" y="2862913"/>
            <a:ext cx="4185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dirty="0"/>
              <a:t>Summaries Require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486972-71A9-36FF-2D9C-893108288039}"/>
              </a:ext>
            </a:extLst>
          </p:cNvPr>
          <p:cNvSpPr txBox="1"/>
          <p:nvPr/>
        </p:nvSpPr>
        <p:spPr>
          <a:xfrm>
            <a:off x="4571999" y="1835372"/>
            <a:ext cx="45719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What capabilities must </a:t>
            </a:r>
            <a:br>
              <a:rPr lang="en-US" sz="2400" b="1" dirty="0"/>
            </a:br>
            <a:r>
              <a:rPr lang="en-US" sz="2400" b="1" dirty="0"/>
              <a:t>US-PCS systems support? 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5421645-74F6-D240-D3FD-5710A2660E3A}"/>
              </a:ext>
            </a:extLst>
          </p:cNvPr>
          <p:cNvCxnSpPr>
            <a:cxnSpLocks/>
          </p:cNvCxnSpPr>
          <p:nvPr/>
        </p:nvCxnSpPr>
        <p:spPr>
          <a:xfrm>
            <a:off x="4584699" y="1835372"/>
            <a:ext cx="0" cy="5022628"/>
          </a:xfrm>
          <a:prstGeom prst="line">
            <a:avLst/>
          </a:prstGeom>
          <a:ln w="571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31F5697-C786-0EFC-1BD9-139DC83E7969}"/>
              </a:ext>
            </a:extLst>
          </p:cNvPr>
          <p:cNvSpPr txBox="1"/>
          <p:nvPr/>
        </p:nvSpPr>
        <p:spPr>
          <a:xfrm>
            <a:off x="1485176" y="3314229"/>
            <a:ext cx="273432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Patient Information</a:t>
            </a:r>
          </a:p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Document Information</a:t>
            </a:r>
          </a:p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Current Problems</a:t>
            </a:r>
          </a:p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Current Allergies</a:t>
            </a:r>
          </a:p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Current Medications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A541120-9C50-AB81-7B83-6BD0BC66F836}"/>
              </a:ext>
            </a:extLst>
          </p:cNvPr>
          <p:cNvSpPr txBox="1"/>
          <p:nvPr/>
        </p:nvSpPr>
        <p:spPr>
          <a:xfrm>
            <a:off x="158635" y="4881718"/>
            <a:ext cx="418546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Other data may be sent to fulfill the</a:t>
            </a:r>
            <a:br>
              <a:rPr lang="en-US" dirty="0"/>
            </a:br>
            <a:r>
              <a:rPr lang="en-US" dirty="0"/>
              <a:t>use-case of the US-PCS. Summaries </a:t>
            </a:r>
            <a:br>
              <a:rPr lang="en-US" dirty="0"/>
            </a:br>
            <a:r>
              <a:rPr lang="en-US" dirty="0"/>
              <a:t>are </a:t>
            </a:r>
            <a:r>
              <a:rPr lang="en-US" b="1" dirty="0"/>
              <a:t>minimal</a:t>
            </a:r>
            <a:r>
              <a:rPr lang="en-US" dirty="0"/>
              <a:t> and </a:t>
            </a:r>
            <a:r>
              <a:rPr lang="en-US" b="1" dirty="0"/>
              <a:t>non-exhaustive</a:t>
            </a:r>
            <a:r>
              <a:rPr lang="en-US" dirty="0"/>
              <a:t> to support clinical decision-making </a:t>
            </a:r>
            <a:br>
              <a:rPr lang="en-US" dirty="0"/>
            </a:br>
            <a:r>
              <a:rPr lang="en-US" dirty="0"/>
              <a:t>across organizational borders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24B6BA7-5002-B454-4FAA-47549EA44BFD}"/>
              </a:ext>
            </a:extLst>
          </p:cNvPr>
          <p:cNvSpPr/>
          <p:nvPr/>
        </p:nvSpPr>
        <p:spPr>
          <a:xfrm>
            <a:off x="4825298" y="2780928"/>
            <a:ext cx="4112197" cy="3672622"/>
          </a:xfrm>
          <a:prstGeom prst="roundRect">
            <a:avLst>
              <a:gd name="adj" fmla="val 4823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B3D4DF1-FB70-89A6-D18B-0202C380FC94}"/>
              </a:ext>
            </a:extLst>
          </p:cNvPr>
          <p:cNvSpPr txBox="1"/>
          <p:nvPr/>
        </p:nvSpPr>
        <p:spPr>
          <a:xfrm>
            <a:off x="5688920" y="2862913"/>
            <a:ext cx="25866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u="sng" dirty="0">
                <a:solidFill>
                  <a:schemeClr val="tx2"/>
                </a:solidFill>
              </a:rPr>
              <a:t>Systems Must Support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B14D61-942A-01EC-A9F7-C8D0C50C4D75}"/>
              </a:ext>
            </a:extLst>
          </p:cNvPr>
          <p:cNvSpPr txBox="1"/>
          <p:nvPr/>
        </p:nvSpPr>
        <p:spPr>
          <a:xfrm>
            <a:off x="4934274" y="3243349"/>
            <a:ext cx="4011088" cy="32478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US-PCS Bundle &amp; Composition</a:t>
            </a:r>
          </a:p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US Core (6.1.0 or higher)</a:t>
            </a:r>
          </a:p>
          <a:p>
            <a:pPr marL="742950" lvl="1" indent="-285750">
              <a:lnSpc>
                <a:spcPct val="95000"/>
              </a:lnSpc>
              <a:buFont typeface="Aptos" panose="020B0004020202020204" pitchFamily="34" charset="0"/>
              <a:buChar char="–"/>
            </a:pPr>
            <a:r>
              <a:rPr lang="en-US" dirty="0"/>
              <a:t>Patient</a:t>
            </a:r>
          </a:p>
          <a:p>
            <a:pPr marL="742950" lvl="1" indent="-285750">
              <a:lnSpc>
                <a:spcPct val="95000"/>
              </a:lnSpc>
              <a:buFont typeface="Aptos" panose="020B0004020202020204" pitchFamily="34" charset="0"/>
              <a:buChar char="–"/>
            </a:pPr>
            <a:r>
              <a:rPr lang="en-US" dirty="0"/>
              <a:t>Organization</a:t>
            </a:r>
          </a:p>
          <a:p>
            <a:pPr marL="742950" lvl="1" indent="-285750">
              <a:lnSpc>
                <a:spcPct val="95000"/>
              </a:lnSpc>
              <a:buFont typeface="Aptos" panose="020B0004020202020204" pitchFamily="34" charset="0"/>
              <a:buChar char="–"/>
            </a:pPr>
            <a:r>
              <a:rPr lang="en-US" dirty="0"/>
              <a:t>Practitioner</a:t>
            </a:r>
          </a:p>
          <a:p>
            <a:pPr marL="742950" lvl="1" indent="-285750">
              <a:lnSpc>
                <a:spcPct val="95000"/>
              </a:lnSpc>
              <a:buFont typeface="Aptos" panose="020B0004020202020204" pitchFamily="34" charset="0"/>
              <a:buChar char="–"/>
            </a:pPr>
            <a:r>
              <a:rPr lang="en-US" dirty="0"/>
              <a:t>Section Clinical Resources</a:t>
            </a:r>
            <a:br>
              <a:rPr lang="en-US" dirty="0"/>
            </a:br>
            <a:endParaRPr lang="en-US" sz="200" dirty="0"/>
          </a:p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Seven Sections</a:t>
            </a:r>
          </a:p>
          <a:p>
            <a:pPr marL="227013" indent="-227013">
              <a:buFont typeface="Wingdings" panose="05000000000000000000" pitchFamily="2" charset="2"/>
              <a:buChar char="§"/>
            </a:pPr>
            <a:endParaRPr lang="en-US" sz="2000" dirty="0"/>
          </a:p>
          <a:p>
            <a:pPr marL="227013" indent="-227013">
              <a:buFont typeface="Wingdings" panose="05000000000000000000" pitchFamily="2" charset="2"/>
              <a:buChar char="§"/>
            </a:pPr>
            <a:endParaRPr lang="en-US" sz="2000" dirty="0"/>
          </a:p>
          <a:p>
            <a:endParaRPr lang="en-US" dirty="0"/>
          </a:p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The IPS $summary operation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C0BD516-CDD5-3B12-FEC9-011DBF34E178}"/>
              </a:ext>
            </a:extLst>
          </p:cNvPr>
          <p:cNvSpPr txBox="1"/>
          <p:nvPr/>
        </p:nvSpPr>
        <p:spPr>
          <a:xfrm>
            <a:off x="5204806" y="5139327"/>
            <a:ext cx="19204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4163" indent="-284163">
              <a:buFont typeface="+mj-lt"/>
              <a:buAutoNum type="arabicPeriod"/>
            </a:pPr>
            <a:r>
              <a:rPr lang="en-US" dirty="0"/>
              <a:t>Problems</a:t>
            </a:r>
          </a:p>
          <a:p>
            <a:pPr marL="284163" indent="-284163">
              <a:buFont typeface="+mj-lt"/>
              <a:buAutoNum type="arabicPeriod"/>
            </a:pPr>
            <a:r>
              <a:rPr lang="en-US" dirty="0"/>
              <a:t>Allergies</a:t>
            </a:r>
          </a:p>
          <a:p>
            <a:pPr marL="284163" indent="-284163">
              <a:buFont typeface="+mj-lt"/>
              <a:buAutoNum type="arabicPeriod"/>
            </a:pPr>
            <a:r>
              <a:rPr lang="en-US" dirty="0"/>
              <a:t>Medications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E1696A9-C897-1AE7-F0AA-3B8D5CC1BA05}"/>
              </a:ext>
            </a:extLst>
          </p:cNvPr>
          <p:cNvSpPr txBox="1"/>
          <p:nvPr/>
        </p:nvSpPr>
        <p:spPr>
          <a:xfrm>
            <a:off x="6914304" y="4862328"/>
            <a:ext cx="202319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+mj-lt"/>
              <a:buAutoNum type="arabicPeriod" startAt="4"/>
            </a:pPr>
            <a:r>
              <a:rPr lang="en-US" dirty="0"/>
              <a:t>Encounters</a:t>
            </a:r>
          </a:p>
          <a:p>
            <a:pPr marL="285750" indent="-285750">
              <a:buFont typeface="+mj-lt"/>
              <a:buAutoNum type="arabicPeriod" startAt="4"/>
            </a:pPr>
            <a:r>
              <a:rPr lang="en-US" dirty="0"/>
              <a:t>Immunizations</a:t>
            </a:r>
          </a:p>
          <a:p>
            <a:pPr marL="284163" indent="-284163">
              <a:buFont typeface="+mj-lt"/>
              <a:buAutoNum type="arabicPeriod" startAt="4"/>
            </a:pPr>
            <a:r>
              <a:rPr lang="en-US" dirty="0"/>
              <a:t>Procedures </a:t>
            </a:r>
          </a:p>
          <a:p>
            <a:pPr marL="284163" indent="-284163">
              <a:buFont typeface="+mj-lt"/>
              <a:buAutoNum type="arabicPeriod" startAt="4"/>
            </a:pPr>
            <a:r>
              <a:rPr lang="en-US" dirty="0"/>
              <a:t>Results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5F76489-AC6A-D4E3-2550-970E38CA02C9}"/>
              </a:ext>
            </a:extLst>
          </p:cNvPr>
          <p:cNvSpPr txBox="1"/>
          <p:nvPr/>
        </p:nvSpPr>
        <p:spPr>
          <a:xfrm>
            <a:off x="493677" y="1194114"/>
            <a:ext cx="23762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Business </a:t>
            </a:r>
            <a:b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Principles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68EDF34-AEFD-2B83-B3AA-D12A935EF18D}"/>
              </a:ext>
            </a:extLst>
          </p:cNvPr>
          <p:cNvSpPr txBox="1"/>
          <p:nvPr/>
        </p:nvSpPr>
        <p:spPr>
          <a:xfrm>
            <a:off x="7028375" y="1194114"/>
            <a:ext cx="1416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i="1" dirty="0">
                <a:solidFill>
                  <a:schemeClr val="accent2">
                    <a:lumMod val="75000"/>
                  </a:schemeClr>
                </a:solidFill>
              </a:rPr>
              <a:t>Technical </a:t>
            </a:r>
            <a:br>
              <a:rPr lang="en-US" i="1" dirty="0">
                <a:solidFill>
                  <a:schemeClr val="accent2">
                    <a:lumMod val="75000"/>
                  </a:schemeClr>
                </a:solidFill>
              </a:rPr>
            </a:br>
            <a:r>
              <a:rPr lang="en-US" i="1" dirty="0">
                <a:solidFill>
                  <a:schemeClr val="accent2">
                    <a:lumMod val="75000"/>
                  </a:schemeClr>
                </a:solidFill>
              </a:rPr>
              <a:t>Capability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659710-C4CA-B6B6-E79D-46BE56C1AE1C}"/>
              </a:ext>
            </a:extLst>
          </p:cNvPr>
          <p:cNvSpPr txBox="1"/>
          <p:nvPr/>
        </p:nvSpPr>
        <p:spPr>
          <a:xfrm>
            <a:off x="2555776" y="431469"/>
            <a:ext cx="4572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48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The “US-PCS”</a:t>
            </a:r>
            <a:endParaRPr lang="en-US" dirty="0"/>
          </a:p>
        </p:txBody>
      </p:sp>
      <p:sp>
        <p:nvSpPr>
          <p:cNvPr id="29" name="Arrow: Bent 28">
            <a:extLst>
              <a:ext uri="{FF2B5EF4-FFF2-40B4-BE49-F238E27FC236}">
                <a16:creationId xmlns:a16="http://schemas.microsoft.com/office/drawing/2014/main" id="{7169D460-E512-56FB-0D57-9524721F5688}"/>
              </a:ext>
            </a:extLst>
          </p:cNvPr>
          <p:cNvSpPr/>
          <p:nvPr/>
        </p:nvSpPr>
        <p:spPr>
          <a:xfrm rot="5400000">
            <a:off x="6256940" y="835849"/>
            <a:ext cx="1008111" cy="774912"/>
          </a:xfrm>
          <a:prstGeom prst="bentArrow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Bent 29">
            <a:extLst>
              <a:ext uri="{FF2B5EF4-FFF2-40B4-BE49-F238E27FC236}">
                <a16:creationId xmlns:a16="http://schemas.microsoft.com/office/drawing/2014/main" id="{E7A9F9D2-6155-7BB1-A393-1A01AD09292E}"/>
              </a:ext>
            </a:extLst>
          </p:cNvPr>
          <p:cNvSpPr/>
          <p:nvPr/>
        </p:nvSpPr>
        <p:spPr>
          <a:xfrm rot="5400000" flipV="1">
            <a:off x="1584003" y="846187"/>
            <a:ext cx="1008111" cy="754236"/>
          </a:xfrm>
          <a:prstGeom prst="bentArrow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Cylinder 32">
            <a:extLst>
              <a:ext uri="{FF2B5EF4-FFF2-40B4-BE49-F238E27FC236}">
                <a16:creationId xmlns:a16="http://schemas.microsoft.com/office/drawing/2014/main" id="{66716741-6FE0-11F8-A485-D21578EF6864}"/>
              </a:ext>
            </a:extLst>
          </p:cNvPr>
          <p:cNvSpPr/>
          <p:nvPr/>
        </p:nvSpPr>
        <p:spPr>
          <a:xfrm>
            <a:off x="8045463" y="4225524"/>
            <a:ext cx="607329" cy="234077"/>
          </a:xfrm>
          <a:prstGeom prst="can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Cylinder 33">
            <a:extLst>
              <a:ext uri="{FF2B5EF4-FFF2-40B4-BE49-F238E27FC236}">
                <a16:creationId xmlns:a16="http://schemas.microsoft.com/office/drawing/2014/main" id="{29431E6E-6E1A-56A0-B20F-F053AB101DDA}"/>
              </a:ext>
            </a:extLst>
          </p:cNvPr>
          <p:cNvSpPr/>
          <p:nvPr/>
        </p:nvSpPr>
        <p:spPr>
          <a:xfrm>
            <a:off x="8045463" y="4006077"/>
            <a:ext cx="607329" cy="234077"/>
          </a:xfrm>
          <a:prstGeom prst="can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Cylinder 34">
            <a:extLst>
              <a:ext uri="{FF2B5EF4-FFF2-40B4-BE49-F238E27FC236}">
                <a16:creationId xmlns:a16="http://schemas.microsoft.com/office/drawing/2014/main" id="{B2FD8B3C-3107-A405-6865-9B770FD85B51}"/>
              </a:ext>
            </a:extLst>
          </p:cNvPr>
          <p:cNvSpPr/>
          <p:nvPr/>
        </p:nvSpPr>
        <p:spPr>
          <a:xfrm>
            <a:off x="8045463" y="3786629"/>
            <a:ext cx="607329" cy="234077"/>
          </a:xfrm>
          <a:prstGeom prst="can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8" name="Picture 2" descr="logo fhir">
            <a:extLst>
              <a:ext uri="{FF2B5EF4-FFF2-40B4-BE49-F238E27FC236}">
                <a16:creationId xmlns:a16="http://schemas.microsoft.com/office/drawing/2014/main" id="{3148ACF8-DD03-E429-47DC-74E3125CB45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546"/>
          <a:stretch>
            <a:fillRect/>
          </a:stretch>
        </p:blipFill>
        <p:spPr bwMode="auto">
          <a:xfrm>
            <a:off x="8534139" y="3493358"/>
            <a:ext cx="350236" cy="512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94893193"/>
      </p:ext>
    </p:extLst>
  </p:cSld>
  <p:clrMapOvr>
    <a:masterClrMapping/>
  </p:clrMapOvr>
</p:sld>
</file>

<file path=ppt/theme/theme1.xml><?xml version="1.0" encoding="utf-8"?>
<a:theme xmlns:a="http://schemas.openxmlformats.org/drawingml/2006/main" name="Refined">
  <a:themeElements>
    <a:clrScheme name="Refined 6">
      <a:dk1>
        <a:srgbClr val="000000"/>
      </a:dk1>
      <a:lt1>
        <a:srgbClr val="FFFFFF"/>
      </a:lt1>
      <a:dk2>
        <a:srgbClr val="000000"/>
      </a:dk2>
      <a:lt2>
        <a:srgbClr val="C0C0C0"/>
      </a:lt2>
      <a:accent1>
        <a:srgbClr val="CC3300"/>
      </a:accent1>
      <a:accent2>
        <a:srgbClr val="666699"/>
      </a:accent2>
      <a:accent3>
        <a:srgbClr val="FFFFFF"/>
      </a:accent3>
      <a:accent4>
        <a:srgbClr val="000000"/>
      </a:accent4>
      <a:accent5>
        <a:srgbClr val="E2ADAA"/>
      </a:accent5>
      <a:accent6>
        <a:srgbClr val="5C5C8A"/>
      </a:accent6>
      <a:hlink>
        <a:srgbClr val="999900"/>
      </a:hlink>
      <a:folHlink>
        <a:srgbClr val="4D4D4D"/>
      </a:folHlink>
    </a:clrScheme>
    <a:fontScheme name="Refined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Refined 1">
        <a:dk1>
          <a:srgbClr val="666633"/>
        </a:dk1>
        <a:lt1>
          <a:srgbClr val="FFFFFF"/>
        </a:lt1>
        <a:dk2>
          <a:srgbClr val="000000"/>
        </a:dk2>
        <a:lt2>
          <a:srgbClr val="FFFFFF"/>
        </a:lt2>
        <a:accent1>
          <a:srgbClr val="666699"/>
        </a:accent1>
        <a:accent2>
          <a:srgbClr val="990000"/>
        </a:accent2>
        <a:accent3>
          <a:srgbClr val="AAAAAA"/>
        </a:accent3>
        <a:accent4>
          <a:srgbClr val="DADADA"/>
        </a:accent4>
        <a:accent5>
          <a:srgbClr val="B8B8CA"/>
        </a:accent5>
        <a:accent6>
          <a:srgbClr val="8A0000"/>
        </a:accent6>
        <a:hlink>
          <a:srgbClr val="999900"/>
        </a:hlink>
        <a:folHlink>
          <a:srgbClr val="FFFF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fined 2">
        <a:dk1>
          <a:srgbClr val="4D4D4D"/>
        </a:dk1>
        <a:lt1>
          <a:srgbClr val="FFFFFF"/>
        </a:lt1>
        <a:dk2>
          <a:srgbClr val="4A1102"/>
        </a:dk2>
        <a:lt2>
          <a:srgbClr val="FFFFFF"/>
        </a:lt2>
        <a:accent1>
          <a:srgbClr val="CC3300"/>
        </a:accent1>
        <a:accent2>
          <a:srgbClr val="666699"/>
        </a:accent2>
        <a:accent3>
          <a:srgbClr val="B1AAAA"/>
        </a:accent3>
        <a:accent4>
          <a:srgbClr val="DADADA"/>
        </a:accent4>
        <a:accent5>
          <a:srgbClr val="E2ADAA"/>
        </a:accent5>
        <a:accent6>
          <a:srgbClr val="5C5C8A"/>
        </a:accent6>
        <a:hlink>
          <a:srgbClr val="FF9900"/>
        </a:hlink>
        <a:folHlink>
          <a:srgbClr val="FFFF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fined 3">
        <a:dk1>
          <a:srgbClr val="666699"/>
        </a:dk1>
        <a:lt1>
          <a:srgbClr val="FFFFFF"/>
        </a:lt1>
        <a:dk2>
          <a:srgbClr val="400040"/>
        </a:dk2>
        <a:lt2>
          <a:srgbClr val="FFFFFF"/>
        </a:lt2>
        <a:accent1>
          <a:srgbClr val="FFCC00"/>
        </a:accent1>
        <a:accent2>
          <a:srgbClr val="FF3300"/>
        </a:accent2>
        <a:accent3>
          <a:srgbClr val="AFAAAF"/>
        </a:accent3>
        <a:accent4>
          <a:srgbClr val="DADADA"/>
        </a:accent4>
        <a:accent5>
          <a:srgbClr val="FFE2AA"/>
        </a:accent5>
        <a:accent6>
          <a:srgbClr val="E72D00"/>
        </a:accent6>
        <a:hlink>
          <a:srgbClr val="CC9900"/>
        </a:hlink>
        <a:folHlink>
          <a:srgbClr val="CC33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fined 4">
        <a:dk1>
          <a:srgbClr val="4D4D4D"/>
        </a:dk1>
        <a:lt1>
          <a:srgbClr val="FFFFFF"/>
        </a:lt1>
        <a:dk2>
          <a:srgbClr val="006699"/>
        </a:dk2>
        <a:lt2>
          <a:srgbClr val="CCECFF"/>
        </a:lt2>
        <a:accent1>
          <a:srgbClr val="339966"/>
        </a:accent1>
        <a:accent2>
          <a:srgbClr val="3366FF"/>
        </a:accent2>
        <a:accent3>
          <a:srgbClr val="AAB8CA"/>
        </a:accent3>
        <a:accent4>
          <a:srgbClr val="DADADA"/>
        </a:accent4>
        <a:accent5>
          <a:srgbClr val="ADCAB8"/>
        </a:accent5>
        <a:accent6>
          <a:srgbClr val="2D5CE7"/>
        </a:accent6>
        <a:hlink>
          <a:srgbClr val="33CCFF"/>
        </a:hlink>
        <a:folHlink>
          <a:srgbClr val="FFFF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fined 5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FF6600"/>
        </a:accent1>
        <a:accent2>
          <a:srgbClr val="FF9933"/>
        </a:accent2>
        <a:accent3>
          <a:srgbClr val="FFFFFF"/>
        </a:accent3>
        <a:accent4>
          <a:srgbClr val="000000"/>
        </a:accent4>
        <a:accent5>
          <a:srgbClr val="FFB8AA"/>
        </a:accent5>
        <a:accent6>
          <a:srgbClr val="E78A2D"/>
        </a:accent6>
        <a:hlink>
          <a:srgbClr val="FFCC00"/>
        </a:hlink>
        <a:folHlink>
          <a:srgbClr val="3333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Refined 6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CC3300"/>
        </a:accent1>
        <a:accent2>
          <a:srgbClr val="666699"/>
        </a:accent2>
        <a:accent3>
          <a:srgbClr val="FFFFFF"/>
        </a:accent3>
        <a:accent4>
          <a:srgbClr val="000000"/>
        </a:accent4>
        <a:accent5>
          <a:srgbClr val="E2ADAA"/>
        </a:accent5>
        <a:accent6>
          <a:srgbClr val="5C5C8A"/>
        </a:accent6>
        <a:hlink>
          <a:srgbClr val="999900"/>
        </a:hlink>
        <a:folHlink>
          <a:srgbClr val="4D4D4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Refined 7">
        <a:dk1>
          <a:srgbClr val="000000"/>
        </a:dk1>
        <a:lt1>
          <a:srgbClr val="FFFFFF"/>
        </a:lt1>
        <a:dk2>
          <a:srgbClr val="000066"/>
        </a:dk2>
        <a:lt2>
          <a:srgbClr val="333399"/>
        </a:lt2>
        <a:accent1>
          <a:srgbClr val="3399FF"/>
        </a:accent1>
        <a:accent2>
          <a:srgbClr val="9999FF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8AE7"/>
        </a:accent6>
        <a:hlink>
          <a:srgbClr val="00CCFF"/>
        </a:hlink>
        <a:folHlink>
          <a:srgbClr val="5F5F5F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Ambassador HL7 Power Point Template 2012</Template>
  <TotalTime>64513</TotalTime>
  <Words>229</Words>
  <Application>Microsoft Office PowerPoint</Application>
  <PresentationFormat>On-screen Show (4:3)</PresentationFormat>
  <Paragraphs>69</Paragraphs>
  <Slides>5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Georgia</vt:lpstr>
      <vt:lpstr>Times New Roman</vt:lpstr>
      <vt:lpstr>Verdana</vt:lpstr>
      <vt:lpstr>Wingdings</vt:lpstr>
      <vt:lpstr>Refined</vt:lpstr>
      <vt:lpstr>Office Theme</vt:lpstr>
      <vt:lpstr>Photo Editor Photo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FHIR Webinar</dc:title>
  <dc:creator>Grahame</dc:creator>
  <cp:lastModifiedBy>John DAmore</cp:lastModifiedBy>
  <cp:revision>2018</cp:revision>
  <dcterms:created xsi:type="dcterms:W3CDTF">2012-12-03T20:41:34Z</dcterms:created>
  <dcterms:modified xsi:type="dcterms:W3CDTF">2026-08-05T12:59:33Z</dcterms:modified>
</cp:coreProperties>
</file>