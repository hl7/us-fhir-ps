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7"/>
  </p:notesMasterIdLst>
  <p:sldIdLst>
    <p:sldId id="801" r:id="rId3"/>
    <p:sldId id="258" r:id="rId4"/>
    <p:sldId id="802" r:id="rId5"/>
    <p:sldId id="803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2026-02-23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51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+10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required (subject)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required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Laboratory/pathology + Radiology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Smoking + Alcohol Use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3836538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63128</TotalTime>
  <Words>235</Words>
  <Application>Microsoft Office PowerPoint</Application>
  <PresentationFormat>On-screen Show (4:3)</PresentationFormat>
  <Paragraphs>64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2007</cp:revision>
  <dcterms:created xsi:type="dcterms:W3CDTF">2012-12-03T20:41:34Z</dcterms:created>
  <dcterms:modified xsi:type="dcterms:W3CDTF">2026-02-23T17:16:43Z</dcterms:modified>
</cp:coreProperties>
</file>