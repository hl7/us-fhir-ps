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7"/>
  </p:notesMasterIdLst>
  <p:sldIdLst>
    <p:sldId id="801" r:id="rId3"/>
    <p:sldId id="258" r:id="rId4"/>
    <p:sldId id="802" r:id="rId5"/>
    <p:sldId id="803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258"/>
            <p14:sldId id="802"/>
            <p14:sldId id="8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A5CC"/>
    <a:srgbClr val="E86328"/>
    <a:srgbClr val="F7D33E"/>
    <a:srgbClr val="CAD404"/>
    <a:srgbClr val="05953F"/>
    <a:srgbClr val="87C9FB"/>
    <a:srgbClr val="EAD6AC"/>
    <a:srgbClr val="54A831"/>
    <a:srgbClr val="E089FF"/>
    <a:srgbClr val="D35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8" autoAdjust="0"/>
    <p:restoredTop sz="89677" autoAdjust="0"/>
  </p:normalViewPr>
  <p:slideViewPr>
    <p:cSldViewPr>
      <p:cViewPr varScale="1">
        <p:scale>
          <a:sx n="111" d="100"/>
          <a:sy n="111" d="100"/>
        </p:scale>
        <p:origin x="108" y="62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2026-02-23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51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+10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subject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Laboratory/pathology + Radiology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Smoking + Alcohol Use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3836538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614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Inherits 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between US Core and IPS Profiles to be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63153</TotalTime>
  <Words>226</Words>
  <Application>Microsoft Office PowerPoint</Application>
  <PresentationFormat>On-screen Show (4:3)</PresentationFormat>
  <Paragraphs>64</Paragraphs>
  <Slides>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The IPS Composition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2008</cp:revision>
  <dcterms:created xsi:type="dcterms:W3CDTF">2012-12-03T20:41:34Z</dcterms:created>
  <dcterms:modified xsi:type="dcterms:W3CDTF">2026-02-23T17:45:43Z</dcterms:modified>
</cp:coreProperties>
</file>