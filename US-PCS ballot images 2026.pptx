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notesMasterIdLst>
    <p:notesMasterId r:id="rId6"/>
  </p:notesMasterIdLst>
  <p:sldIdLst>
    <p:sldId id="801" r:id="rId3"/>
    <p:sldId id="258" r:id="rId4"/>
    <p:sldId id="802" r:id="rId5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0D1D49B2-C01F-438C-A1BE-F96EC5A09F44}">
          <p14:sldIdLst>
            <p14:sldId id="801"/>
            <p14:sldId id="258"/>
            <p14:sldId id="80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6328"/>
    <a:srgbClr val="F7D33E"/>
    <a:srgbClr val="CAD404"/>
    <a:srgbClr val="05953F"/>
    <a:srgbClr val="1BA5CC"/>
    <a:srgbClr val="87C9FB"/>
    <a:srgbClr val="EAD6AC"/>
    <a:srgbClr val="54A831"/>
    <a:srgbClr val="E089FF"/>
    <a:srgbClr val="D35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C79445-217A-4049-A263-C1F1F47086FA}" v="1" dt="2026-02-06T16:54:38.8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Stile con tema 1 - Colore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Stile medio 1 - Colore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F5AB1C69-6EDB-4FF4-983F-18BD219EF322}" styleName="Stile medio 2 - Color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Stile chiaro 1 - Colore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113A9D2-9D6B-4929-AA2D-F23B5EE8CBE7}" styleName="Stile con tema 2 - Colore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Stile con tema 2 - Colore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CAF9ED-07DC-4A11-8D7F-57B35C25682E}" styleName="Stile medio 1 - Colore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DA37D80-6434-44D0-A028-1B22A696006F}" styleName="Stile chiaro 3 - Colore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8603FDC-E32A-4AB5-989C-0864C3EAD2B8}" styleName="Stile con tema 2 - Colore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Stile con tema 1 - Color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418" autoAdjust="0"/>
    <p:restoredTop sz="89677" autoAdjust="0"/>
  </p:normalViewPr>
  <p:slideViewPr>
    <p:cSldViewPr>
      <p:cViewPr varScale="1">
        <p:scale>
          <a:sx n="135" d="100"/>
          <a:sy n="135" d="100"/>
        </p:scale>
        <p:origin x="2862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DAmore" userId="6c907a5d-b0f9-4fba-9ed8-239ca07eb4c3" providerId="ADAL" clId="{0BA83315-BFC7-48B5-B840-776AC1EF4761}"/>
    <pc:docChg chg="undo custSel addSld delSld modSld sldOrd modSection">
      <pc:chgData name="John DAmore" userId="6c907a5d-b0f9-4fba-9ed8-239ca07eb4c3" providerId="ADAL" clId="{0BA83315-BFC7-48B5-B840-776AC1EF4761}" dt="2026-02-06T21:28:02.378" v="693" actId="1038"/>
      <pc:docMkLst>
        <pc:docMk/>
      </pc:docMkLst>
      <pc:sldChg chg="addSp delSp modSp add del mod">
        <pc:chgData name="John DAmore" userId="6c907a5d-b0f9-4fba-9ed8-239ca07eb4c3" providerId="ADAL" clId="{0BA83315-BFC7-48B5-B840-776AC1EF4761}" dt="2026-02-05T12:38:07.400" v="639" actId="1035"/>
        <pc:sldMkLst>
          <pc:docMk/>
          <pc:sldMk cId="544108224" sldId="256"/>
        </pc:sldMkLst>
        <pc:spChg chg="add mod">
          <ac:chgData name="John DAmore" userId="6c907a5d-b0f9-4fba-9ed8-239ca07eb4c3" providerId="ADAL" clId="{0BA83315-BFC7-48B5-B840-776AC1EF4761}" dt="2026-02-05T12:37:31.791" v="632" actId="1035"/>
          <ac:spMkLst>
            <pc:docMk/>
            <pc:sldMk cId="544108224" sldId="256"/>
            <ac:spMk id="2" creationId="{A09679CF-46A1-83D9-9AA2-18AF586750CC}"/>
          </ac:spMkLst>
        </pc:spChg>
        <pc:spChg chg="add del mod">
          <ac:chgData name="John DAmore" userId="6c907a5d-b0f9-4fba-9ed8-239ca07eb4c3" providerId="ADAL" clId="{0BA83315-BFC7-48B5-B840-776AC1EF4761}" dt="2026-02-05T12:35:32.937" v="621" actId="478"/>
          <ac:spMkLst>
            <pc:docMk/>
            <pc:sldMk cId="544108224" sldId="256"/>
            <ac:spMk id="5" creationId="{1971A7DE-37B6-271D-4572-AE8D7B3BB46A}"/>
          </ac:spMkLst>
        </pc:spChg>
        <pc:spChg chg="mod">
          <ac:chgData name="John DAmore" userId="6c907a5d-b0f9-4fba-9ed8-239ca07eb4c3" providerId="ADAL" clId="{0BA83315-BFC7-48B5-B840-776AC1EF4761}" dt="2026-02-04T18:43:34.781" v="168" actId="14100"/>
          <ac:spMkLst>
            <pc:docMk/>
            <pc:sldMk cId="544108224" sldId="256"/>
            <ac:spMk id="6" creationId="{807955C0-4C8D-94DA-5171-A601EC747947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7" creationId="{95C171B9-1515-4E82-711C-6CD0EF2A5BC8}"/>
          </ac:spMkLst>
        </pc:spChg>
        <pc:spChg chg="mod">
          <ac:chgData name="John DAmore" userId="6c907a5d-b0f9-4fba-9ed8-239ca07eb4c3" providerId="ADAL" clId="{0BA83315-BFC7-48B5-B840-776AC1EF4761}" dt="2026-02-05T12:38:07.400" v="639" actId="1035"/>
          <ac:spMkLst>
            <pc:docMk/>
            <pc:sldMk cId="544108224" sldId="256"/>
            <ac:spMk id="8" creationId="{A9FAACDF-F4EB-D565-858E-B4211A573E2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9" creationId="{DF192149-A56A-71A1-F047-20AA0A259F92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10" creationId="{0B78D462-4ACD-B6FC-F337-2929F4182B63}"/>
          </ac:spMkLst>
        </pc:spChg>
        <pc:spChg chg="mod">
          <ac:chgData name="John DAmore" userId="6c907a5d-b0f9-4fba-9ed8-239ca07eb4c3" providerId="ADAL" clId="{0BA83315-BFC7-48B5-B840-776AC1EF4761}" dt="2026-02-04T19:09:42.830" v="550" actId="552"/>
          <ac:spMkLst>
            <pc:docMk/>
            <pc:sldMk cId="544108224" sldId="256"/>
            <ac:spMk id="15" creationId="{6E37BDA2-EE5C-DD66-C96D-F16A6BAD064F}"/>
          </ac:spMkLst>
        </pc:spChg>
        <pc:spChg chg="mod">
          <ac:chgData name="John DAmore" userId="6c907a5d-b0f9-4fba-9ed8-239ca07eb4c3" providerId="ADAL" clId="{0BA83315-BFC7-48B5-B840-776AC1EF4761}" dt="2026-02-05T12:36:12.932" v="627" actId="1076"/>
          <ac:spMkLst>
            <pc:docMk/>
            <pc:sldMk cId="544108224" sldId="256"/>
            <ac:spMk id="16" creationId="{7A0B744D-958C-F050-B522-793E7BCABAA2}"/>
          </ac:spMkLst>
        </pc:spChg>
        <pc:spChg chg="add mod">
          <ac:chgData name="John DAmore" userId="6c907a5d-b0f9-4fba-9ed8-239ca07eb4c3" providerId="ADAL" clId="{0BA83315-BFC7-48B5-B840-776AC1EF4761}" dt="2026-02-04T19:10:21.316" v="588" actId="20577"/>
          <ac:spMkLst>
            <pc:docMk/>
            <pc:sldMk cId="544108224" sldId="256"/>
            <ac:spMk id="19" creationId="{D792E681-0E14-27CE-693D-4DC568F632D6}"/>
          </ac:spMkLst>
        </pc:spChg>
        <pc:spChg chg="add mod">
          <ac:chgData name="John DAmore" userId="6c907a5d-b0f9-4fba-9ed8-239ca07eb4c3" providerId="ADAL" clId="{0BA83315-BFC7-48B5-B840-776AC1EF4761}" dt="2026-02-05T12:36:38.491" v="629" actId="1076"/>
          <ac:spMkLst>
            <pc:docMk/>
            <pc:sldMk cId="544108224" sldId="256"/>
            <ac:spMk id="21" creationId="{44A11B3F-6A4C-285E-CCEB-07CCFAD6FE4B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3" creationId="{73241D68-4816-DF18-FE38-52FACB4062EF}"/>
          </ac:spMkLst>
        </pc:spChg>
        <pc:spChg chg="mod">
          <ac:chgData name="John DAmore" userId="6c907a5d-b0f9-4fba-9ed8-239ca07eb4c3" providerId="ADAL" clId="{0BA83315-BFC7-48B5-B840-776AC1EF4761}" dt="2026-02-04T19:08:43.353" v="532" actId="1076"/>
          <ac:spMkLst>
            <pc:docMk/>
            <pc:sldMk cId="544108224" sldId="256"/>
            <ac:spMk id="24" creationId="{B7992752-4EE0-01E4-A936-C269997C4AF6}"/>
          </ac:spMkLst>
        </pc:spChg>
        <pc:spChg chg="mod">
          <ac:chgData name="John DAmore" userId="6c907a5d-b0f9-4fba-9ed8-239ca07eb4c3" providerId="ADAL" clId="{0BA83315-BFC7-48B5-B840-776AC1EF4761}" dt="2026-02-05T12:37:54.883" v="637" actId="1035"/>
          <ac:spMkLst>
            <pc:docMk/>
            <pc:sldMk cId="544108224" sldId="256"/>
            <ac:spMk id="26" creationId="{CEC1A5FF-7DEB-2BA5-302B-66B563C7C557}"/>
          </ac:spMkLst>
        </pc:spChg>
        <pc:spChg chg="mod">
          <ac:chgData name="John DAmore" userId="6c907a5d-b0f9-4fba-9ed8-239ca07eb4c3" providerId="ADAL" clId="{0BA83315-BFC7-48B5-B840-776AC1EF4761}" dt="2026-02-05T12:37:46.432" v="634" actId="1035"/>
          <ac:spMkLst>
            <pc:docMk/>
            <pc:sldMk cId="544108224" sldId="256"/>
            <ac:spMk id="28" creationId="{DD26BFA1-BD9A-B2EB-59C7-5447F561A002}"/>
          </ac:spMkLst>
        </pc:sp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3" creationId="{A086E946-56BD-3D8F-8C37-4D31DA363A1C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4" creationId="{B90A097F-31D3-D51F-A111-85FB4A85328F}"/>
          </ac:cxnSpMkLst>
        </pc:cxnChg>
        <pc:cxnChg chg="add mod">
          <ac:chgData name="John DAmore" userId="6c907a5d-b0f9-4fba-9ed8-239ca07eb4c3" providerId="ADAL" clId="{0BA83315-BFC7-48B5-B840-776AC1EF4761}" dt="2026-02-04T18:52:23.015" v="410" actId="1076"/>
          <ac:cxnSpMkLst>
            <pc:docMk/>
            <pc:sldMk cId="544108224" sldId="256"/>
            <ac:cxnSpMk id="12" creationId="{B12E4C1F-E353-D2DB-0F59-C8C553D70B3B}"/>
          </ac:cxnSpMkLst>
        </pc:cxnChg>
        <pc:cxnChg chg="mod">
          <ac:chgData name="John DAmore" userId="6c907a5d-b0f9-4fba-9ed8-239ca07eb4c3" providerId="ADAL" clId="{0BA83315-BFC7-48B5-B840-776AC1EF4761}" dt="2026-02-04T19:09:02.481" v="535" actId="14100"/>
          <ac:cxnSpMkLst>
            <pc:docMk/>
            <pc:sldMk cId="544108224" sldId="256"/>
            <ac:cxnSpMk id="13" creationId="{D786E109-5F90-E406-7B85-44CAA65E5F90}"/>
          </ac:cxnSpMkLst>
        </pc:cxnChg>
        <pc:cxnChg chg="del mod">
          <ac:chgData name="John DAmore" userId="6c907a5d-b0f9-4fba-9ed8-239ca07eb4c3" providerId="ADAL" clId="{0BA83315-BFC7-48B5-B840-776AC1EF4761}" dt="2026-02-05T12:35:32.937" v="621" actId="478"/>
          <ac:cxnSpMkLst>
            <pc:docMk/>
            <pc:sldMk cId="544108224" sldId="256"/>
            <ac:cxnSpMk id="17" creationId="{54B9FD6D-A9D2-113D-5126-105212259E54}"/>
          </ac:cxnSpMkLst>
        </pc:cxnChg>
        <pc:cxnChg chg="mod">
          <ac:chgData name="John DAmore" userId="6c907a5d-b0f9-4fba-9ed8-239ca07eb4c3" providerId="ADAL" clId="{0BA83315-BFC7-48B5-B840-776AC1EF4761}" dt="2026-02-05T12:37:54.883" v="637" actId="1035"/>
          <ac:cxnSpMkLst>
            <pc:docMk/>
            <pc:sldMk cId="544108224" sldId="256"/>
            <ac:cxnSpMk id="25" creationId="{AF6B4D76-D508-89C3-EAD8-55976DA9ADE9}"/>
          </ac:cxnSpMkLst>
        </pc:cxnChg>
        <pc:cxnChg chg="mod">
          <ac:chgData name="John DAmore" userId="6c907a5d-b0f9-4fba-9ed8-239ca07eb4c3" providerId="ADAL" clId="{0BA83315-BFC7-48B5-B840-776AC1EF4761}" dt="2026-02-05T12:37:46.432" v="634" actId="1035"/>
          <ac:cxnSpMkLst>
            <pc:docMk/>
            <pc:sldMk cId="544108224" sldId="256"/>
            <ac:cxnSpMk id="27" creationId="{300BC6CA-6D25-E033-3CF5-611B0ACED437}"/>
          </ac:cxnSpMkLst>
        </pc:cxnChg>
      </pc:sldChg>
      <pc:sldChg chg="modSp mod">
        <pc:chgData name="John DAmore" userId="6c907a5d-b0f9-4fba-9ed8-239ca07eb4c3" providerId="ADAL" clId="{0BA83315-BFC7-48B5-B840-776AC1EF4761}" dt="2026-02-06T21:28:02.378" v="693" actId="1038"/>
        <pc:sldMkLst>
          <pc:docMk/>
          <pc:sldMk cId="586627134" sldId="258"/>
        </pc:sldMkLst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" creationId="{0EC5BC7E-65D4-4CFD-ACEA-735694C4FF3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4" creationId="{53F6E2E3-FD38-AFB2-7C3A-EDA087DDFDDA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5" creationId="{28DB9525-86EA-4002-9AEE-0AB1E2F376F6}"/>
          </ac:spMkLst>
        </pc:spChg>
        <pc:spChg chg="mod">
          <ac:chgData name="John DAmore" userId="6c907a5d-b0f9-4fba-9ed8-239ca07eb4c3" providerId="ADAL" clId="{0BA83315-BFC7-48B5-B840-776AC1EF4761}" dt="2026-02-04T18:34:56.704" v="71" actId="1076"/>
          <ac:spMkLst>
            <pc:docMk/>
            <pc:sldMk cId="586627134" sldId="258"/>
            <ac:spMk id="6" creationId="{A94EA110-57C7-4032-A608-C58DEB29FFE6}"/>
          </ac:spMkLst>
        </pc:spChg>
        <pc:spChg chg="mod">
          <ac:chgData name="John DAmore" userId="6c907a5d-b0f9-4fba-9ed8-239ca07eb4c3" providerId="ADAL" clId="{0BA83315-BFC7-48B5-B840-776AC1EF4761}" dt="2026-02-06T21:25:03.241" v="641" actId="1076"/>
          <ac:spMkLst>
            <pc:docMk/>
            <pc:sldMk cId="586627134" sldId="258"/>
            <ac:spMk id="7" creationId="{21A393D0-6011-4519-80D9-1D1A8FFE0A21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9" creationId="{DD1D32FB-0ACC-876A-89F8-E4AE19DB8A4F}"/>
          </ac:spMkLst>
        </pc:spChg>
        <pc:spChg chg="mod">
          <ac:chgData name="John DAmore" userId="6c907a5d-b0f9-4fba-9ed8-239ca07eb4c3" providerId="ADAL" clId="{0BA83315-BFC7-48B5-B840-776AC1EF4761}" dt="2026-02-04T18:33:08.322" v="66" actId="1076"/>
          <ac:spMkLst>
            <pc:docMk/>
            <pc:sldMk cId="586627134" sldId="258"/>
            <ac:spMk id="10" creationId="{63619E89-3C32-1B10-D60A-33ADA8074109}"/>
          </ac:spMkLst>
        </pc:spChg>
        <pc:spChg chg="mod">
          <ac:chgData name="John DAmore" userId="6c907a5d-b0f9-4fba-9ed8-239ca07eb4c3" providerId="ADAL" clId="{0BA83315-BFC7-48B5-B840-776AC1EF4761}" dt="2026-02-06T21:27:58.043" v="686" actId="1037"/>
          <ac:spMkLst>
            <pc:docMk/>
            <pc:sldMk cId="586627134" sldId="258"/>
            <ac:spMk id="14" creationId="{ECA8EB60-E062-D346-9652-8FEC15E72A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15" creationId="{1C682B63-45F5-4F78-BE9C-77EA0840B2AA}"/>
          </ac:spMkLst>
        </pc:spChg>
        <pc:spChg chg="mod">
          <ac:chgData name="John DAmore" userId="6c907a5d-b0f9-4fba-9ed8-239ca07eb4c3" providerId="ADAL" clId="{0BA83315-BFC7-48B5-B840-776AC1EF4761}" dt="2026-02-04T18:33:43.080" v="68" actId="554"/>
          <ac:spMkLst>
            <pc:docMk/>
            <pc:sldMk cId="586627134" sldId="258"/>
            <ac:spMk id="16" creationId="{AE4ACA72-4E1A-47ED-A713-B45EA3F40DEC}"/>
          </ac:spMkLst>
        </pc:spChg>
        <pc:spChg chg="mod">
          <ac:chgData name="John DAmore" userId="6c907a5d-b0f9-4fba-9ed8-239ca07eb4c3" providerId="ADAL" clId="{0BA83315-BFC7-48B5-B840-776AC1EF4761}" dt="2026-02-04T18:33:37.670" v="67" actId="554"/>
          <ac:spMkLst>
            <pc:docMk/>
            <pc:sldMk cId="586627134" sldId="258"/>
            <ac:spMk id="17" creationId="{BDEA02AF-9740-4819-AF65-CE046F798CCC}"/>
          </ac:spMkLst>
        </pc:spChg>
        <pc:spChg chg="mod">
          <ac:chgData name="John DAmore" userId="6c907a5d-b0f9-4fba-9ed8-239ca07eb4c3" providerId="ADAL" clId="{0BA83315-BFC7-48B5-B840-776AC1EF4761}" dt="2026-02-06T21:26:23.425" v="661" actId="553"/>
          <ac:spMkLst>
            <pc:docMk/>
            <pc:sldMk cId="586627134" sldId="258"/>
            <ac:spMk id="19" creationId="{79759D51-F138-4F8F-B11C-CB407BC408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0" creationId="{C525584B-E912-9D4B-B9AB-70638B16221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1" creationId="{EC219C7E-713B-2C42-BD72-A501C0432AE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2" creationId="{C8CE6068-13E4-584E-B455-ECD48D4C03DE}"/>
          </ac:spMkLst>
        </pc:spChg>
        <pc:spChg chg="mod">
          <ac:chgData name="John DAmore" userId="6c907a5d-b0f9-4fba-9ed8-239ca07eb4c3" providerId="ADAL" clId="{0BA83315-BFC7-48B5-B840-776AC1EF4761}" dt="2026-02-06T21:27:47.602" v="680" actId="1076"/>
          <ac:spMkLst>
            <pc:docMk/>
            <pc:sldMk cId="586627134" sldId="258"/>
            <ac:spMk id="23" creationId="{D7DF8F5E-8666-E843-9062-F4029509F061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25" creationId="{8A603298-B960-4F7D-ABF5-CE132BBD53F7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26" creationId="{DBB264FC-6901-455B-A8CD-D91CF6E6DD3C}"/>
          </ac:spMkLst>
        </pc:spChg>
        <pc:spChg chg="mod">
          <ac:chgData name="John DAmore" userId="6c907a5d-b0f9-4fba-9ed8-239ca07eb4c3" providerId="ADAL" clId="{0BA83315-BFC7-48B5-B840-776AC1EF4761}" dt="2026-02-06T21:27:11.469" v="671" actId="554"/>
          <ac:spMkLst>
            <pc:docMk/>
            <pc:sldMk cId="586627134" sldId="258"/>
            <ac:spMk id="27" creationId="{762671BB-2051-4914-A9D8-CC9F42C03D3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29" creationId="{D7E21CF1-2932-43C3-A182-BA3FC80B24B1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0" creationId="{4557AEBE-BBE3-4C10-8D73-43FF56397545}"/>
          </ac:spMkLst>
        </pc:spChg>
        <pc:spChg chg="mod">
          <ac:chgData name="John DAmore" userId="6c907a5d-b0f9-4fba-9ed8-239ca07eb4c3" providerId="ADAL" clId="{0BA83315-BFC7-48B5-B840-776AC1EF4761}" dt="2026-02-06T21:27:38.120" v="677" actId="554"/>
          <ac:spMkLst>
            <pc:docMk/>
            <pc:sldMk cId="586627134" sldId="258"/>
            <ac:spMk id="31" creationId="{C1935C84-B9BE-48C7-A36A-4BA1B525FC9B}"/>
          </ac:spMkLst>
        </pc:spChg>
        <pc:spChg chg="mod">
          <ac:chgData name="John DAmore" userId="6c907a5d-b0f9-4fba-9ed8-239ca07eb4c3" providerId="ADAL" clId="{0BA83315-BFC7-48B5-B840-776AC1EF4761}" dt="2026-02-06T21:27:25.765" v="674" actId="554"/>
          <ac:spMkLst>
            <pc:docMk/>
            <pc:sldMk cId="586627134" sldId="258"/>
            <ac:spMk id="32" creationId="{9992DE88-B9A5-4F42-9E05-A13CF1870E87}"/>
          </ac:spMkLst>
        </pc:spChg>
        <pc:spChg chg="mod">
          <ac:chgData name="John DAmore" userId="6c907a5d-b0f9-4fba-9ed8-239ca07eb4c3" providerId="ADAL" clId="{0BA83315-BFC7-48B5-B840-776AC1EF4761}" dt="2026-02-06T21:26:40.361" v="666" actId="554"/>
          <ac:spMkLst>
            <pc:docMk/>
            <pc:sldMk cId="586627134" sldId="258"/>
            <ac:spMk id="34" creationId="{0A1CA87B-DCCE-4A78-9B33-A371872550AA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5" creationId="{A913B4A7-CE46-4AC0-93A7-EE5AEDE7B3C0}"/>
          </ac:spMkLst>
        </pc:spChg>
        <pc:spChg chg="mod">
          <ac:chgData name="John DAmore" userId="6c907a5d-b0f9-4fba-9ed8-239ca07eb4c3" providerId="ADAL" clId="{0BA83315-BFC7-48B5-B840-776AC1EF4761}" dt="2026-02-06T21:28:02.378" v="693" actId="1038"/>
          <ac:spMkLst>
            <pc:docMk/>
            <pc:sldMk cId="586627134" sldId="258"/>
            <ac:spMk id="36" creationId="{0DC96E65-7FDF-4424-AF3B-C60B69059751}"/>
          </ac:spMkLst>
        </pc:spChg>
      </pc:sldChg>
      <pc:sldChg chg="addSp modSp add mod ord">
        <pc:chgData name="John DAmore" userId="6c907a5d-b0f9-4fba-9ed8-239ca07eb4c3" providerId="ADAL" clId="{0BA83315-BFC7-48B5-B840-776AC1EF4761}" dt="2026-02-05T12:35:00.500" v="620" actId="6549"/>
        <pc:sldMkLst>
          <pc:docMk/>
          <pc:sldMk cId="2743699321" sldId="801"/>
        </pc:sldMkLst>
        <pc:spChg chg="add mod">
          <ac:chgData name="John DAmore" userId="6c907a5d-b0f9-4fba-9ed8-239ca07eb4c3" providerId="ADAL" clId="{0BA83315-BFC7-48B5-B840-776AC1EF4761}" dt="2026-02-04T19:02:16.243" v="523" actId="20577"/>
          <ac:spMkLst>
            <pc:docMk/>
            <pc:sldMk cId="2743699321" sldId="801"/>
            <ac:spMk id="3" creationId="{9C15CAC6-EF50-6FDC-68EE-C75508B8B77A}"/>
          </ac:spMkLst>
        </pc:spChg>
        <pc:spChg chg="mod">
          <ac:chgData name="John DAmore" userId="6c907a5d-b0f9-4fba-9ed8-239ca07eb4c3" providerId="ADAL" clId="{0BA83315-BFC7-48B5-B840-776AC1EF4761}" dt="2026-02-05T12:34:48.618" v="618" actId="6549"/>
          <ac:spMkLst>
            <pc:docMk/>
            <pc:sldMk cId="2743699321" sldId="801"/>
            <ac:spMk id="5" creationId="{26CB9C79-94C5-48F8-756F-A43816D2EB19}"/>
          </ac:spMkLst>
        </pc:spChg>
        <pc:spChg chg="mod">
          <ac:chgData name="John DAmore" userId="6c907a5d-b0f9-4fba-9ed8-239ca07eb4c3" providerId="ADAL" clId="{0BA83315-BFC7-48B5-B840-776AC1EF4761}" dt="2026-02-04T19:01:10.901" v="423" actId="14100"/>
          <ac:spMkLst>
            <pc:docMk/>
            <pc:sldMk cId="2743699321" sldId="801"/>
            <ac:spMk id="9" creationId="{E5BC8FB1-F8C5-3A12-A641-BC687026EFBB}"/>
          </ac:spMkLst>
        </pc:spChg>
        <pc:spChg chg="mod">
          <ac:chgData name="John DAmore" userId="6c907a5d-b0f9-4fba-9ed8-239ca07eb4c3" providerId="ADAL" clId="{0BA83315-BFC7-48B5-B840-776AC1EF4761}" dt="2026-02-05T12:35:00.500" v="620" actId="6549"/>
          <ac:spMkLst>
            <pc:docMk/>
            <pc:sldMk cId="2743699321" sldId="801"/>
            <ac:spMk id="10" creationId="{B09BE4EC-2F59-A928-CF62-44F83A26E2C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1" creationId="{D3470219-A4F0-2F03-C5C4-0DDC9C0F77A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2" creationId="{5A9F8963-A888-EF93-B662-8087BB87B26D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3" creationId="{FFF9EFAE-508A-288F-EA5D-6B7572ED4586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4" creationId="{393C140E-C182-0A26-0372-5CB4CC7D5C8F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6" creationId="{5CDACA09-75BB-16E0-5AAD-347D147EF114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17" creationId="{D3A1A41E-C451-DEDA-CE2A-47606BA4F23D}"/>
          </ac:spMkLst>
        </pc:spChg>
        <pc:spChg chg="mod ord">
          <ac:chgData name="John DAmore" userId="6c907a5d-b0f9-4fba-9ed8-239ca07eb4c3" providerId="ADAL" clId="{0BA83315-BFC7-48B5-B840-776AC1EF4761}" dt="2026-02-04T18:57:28.048" v="422" actId="166"/>
          <ac:spMkLst>
            <pc:docMk/>
            <pc:sldMk cId="2743699321" sldId="801"/>
            <ac:spMk id="29" creationId="{C4265218-EFC3-3EA1-C528-B0B23AAA3F43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38" creationId="{6EBCA90E-1AE8-5CCB-7FAB-671A026131E7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0" creationId="{64BAEEC1-FB56-B921-A049-E94F7F1FBC4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1" creationId="{8543FCBC-B6FE-8D45-0CB8-1A56EF3A12B0}"/>
          </ac:spMkLst>
        </pc:spChg>
        <pc:spChg chg="mod">
          <ac:chgData name="John DAmore" userId="6c907a5d-b0f9-4fba-9ed8-239ca07eb4c3" providerId="ADAL" clId="{0BA83315-BFC7-48B5-B840-776AC1EF4761}" dt="2026-02-04T19:01:55.192" v="512" actId="1035"/>
          <ac:spMkLst>
            <pc:docMk/>
            <pc:sldMk cId="2743699321" sldId="801"/>
            <ac:spMk id="43" creationId="{24831A01-4C1E-6DB5-1CAA-0CF9BECD7E63}"/>
          </ac:spMkLst>
        </pc:spChg>
        <pc:cxnChg chg="mod">
          <ac:chgData name="John DAmore" userId="6c907a5d-b0f9-4fba-9ed8-239ca07eb4c3" providerId="ADAL" clId="{0BA83315-BFC7-48B5-B840-776AC1EF4761}" dt="2026-02-04T19:01:10.901" v="423" actId="14100"/>
          <ac:cxnSpMkLst>
            <pc:docMk/>
            <pc:sldMk cId="2743699321" sldId="801"/>
            <ac:cxnSpMk id="31" creationId="{9E3F5816-CC41-A78D-B58A-CD7AE0E23EE8}"/>
          </ac:cxnSpMkLst>
        </pc:cxnChg>
      </pc:sldChg>
    </pc:docChg>
  </pc:docChgLst>
  <pc:docChgLst>
    <pc:chgData name="John DAmore" userId="6c907a5d-b0f9-4fba-9ed8-239ca07eb4c3" providerId="ADAL" clId="{2088BC83-531C-416A-9CB2-9B5062CAE644}"/>
    <pc:docChg chg="undo custSel addSld modSld">
      <pc:chgData name="John DAmore" userId="6c907a5d-b0f9-4fba-9ed8-239ca07eb4c3" providerId="ADAL" clId="{2088BC83-531C-416A-9CB2-9B5062CAE644}" dt="2026-02-06T16:55:57.830" v="115" actId="20577"/>
      <pc:docMkLst>
        <pc:docMk/>
      </pc:docMkLst>
      <pc:sldChg chg="addSp delSp modSp add mod">
        <pc:chgData name="John DAmore" userId="6c907a5d-b0f9-4fba-9ed8-239ca07eb4c3" providerId="ADAL" clId="{2088BC83-531C-416A-9CB2-9B5062CAE644}" dt="2026-02-06T16:55:57.830" v="115" actId="20577"/>
        <pc:sldMkLst>
          <pc:docMk/>
          <pc:sldMk cId="3279110075" sldId="802"/>
        </pc:sldMkLst>
        <pc:spChg chg="mod">
          <ac:chgData name="John DAmore" userId="6c907a5d-b0f9-4fba-9ed8-239ca07eb4c3" providerId="ADAL" clId="{2088BC83-531C-416A-9CB2-9B5062CAE644}" dt="2026-02-06T16:55:06.773" v="46" actId="1036"/>
          <ac:spMkLst>
            <pc:docMk/>
            <pc:sldMk cId="3279110075" sldId="802"/>
            <ac:spMk id="16" creationId="{0895549F-DC59-D290-E219-E621F8A1116A}"/>
          </ac:spMkLst>
        </pc:spChg>
        <pc:spChg chg="mod">
          <ac:chgData name="John DAmore" userId="6c907a5d-b0f9-4fba-9ed8-239ca07eb4c3" providerId="ADAL" clId="{2088BC83-531C-416A-9CB2-9B5062CAE644}" dt="2026-02-06T16:55:57.830" v="115" actId="20577"/>
          <ac:spMkLst>
            <pc:docMk/>
            <pc:sldMk cId="3279110075" sldId="802"/>
            <ac:spMk id="19" creationId="{403D5E92-2BB0-8B21-DA7C-51A11932E932}"/>
          </ac:spMkLst>
        </pc:spChg>
        <pc:spChg chg="add del mod">
          <ac:chgData name="John DAmore" userId="6c907a5d-b0f9-4fba-9ed8-239ca07eb4c3" providerId="ADAL" clId="{2088BC83-531C-416A-9CB2-9B5062CAE644}" dt="2026-02-06T16:55:23.211" v="62" actId="1035"/>
          <ac:spMkLst>
            <pc:docMk/>
            <pc:sldMk cId="3279110075" sldId="802"/>
            <ac:spMk id="28" creationId="{9C21D359-DD9E-72AB-308E-3AAB707267EF}"/>
          </ac:spMkLst>
        </pc:spChg>
        <pc:cxnChg chg="add del">
          <ac:chgData name="John DAmore" userId="6c907a5d-b0f9-4fba-9ed8-239ca07eb4c3" providerId="ADAL" clId="{2088BC83-531C-416A-9CB2-9B5062CAE644}" dt="2026-02-06T16:55:17.983" v="51" actId="478"/>
          <ac:cxnSpMkLst>
            <pc:docMk/>
            <pc:sldMk cId="3279110075" sldId="802"/>
            <ac:cxnSpMk id="4" creationId="{602AE4C5-F453-93B6-2A8D-671836F8F574}"/>
          </ac:cxnSpMkLst>
        </pc:cxnChg>
        <pc:cxnChg chg="mod">
          <ac:chgData name="John DAmore" userId="6c907a5d-b0f9-4fba-9ed8-239ca07eb4c3" providerId="ADAL" clId="{2088BC83-531C-416A-9CB2-9B5062CAE644}" dt="2026-02-06T16:55:23.211" v="62" actId="1035"/>
          <ac:cxnSpMkLst>
            <pc:docMk/>
            <pc:sldMk cId="3279110075" sldId="802"/>
            <ac:cxnSpMk id="27" creationId="{07FD9A42-EEE4-010F-E02F-D340FE3F3C4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B9A41D-2C14-4FD9-A8FE-469DBFAB3809}" type="datetimeFigureOut">
              <a:rPr lang="en-CA" smtClean="0"/>
              <a:t>2026-02-09</a:t>
            </a:fld>
            <a:endParaRPr lang="en-CA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1F50BE-48AE-4332-BF46-C112AB8C5E91}" type="slidenum">
              <a:rPr lang="en-CA" smtClean="0"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3045767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oleObject" Target="../embeddings/oleObject1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152400" y="152400"/>
            <a:ext cx="8839200" cy="6477000"/>
            <a:chOff x="240" y="288"/>
            <a:chExt cx="5290" cy="3504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blackWhite">
            <a:xfrm>
              <a:off x="240" y="288"/>
              <a:ext cx="5290" cy="3504"/>
            </a:xfrm>
            <a:prstGeom prst="rect">
              <a:avLst/>
            </a:prstGeom>
            <a:solidFill>
              <a:schemeClr val="bg1"/>
            </a:solidFill>
            <a:ln w="50800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auto">
            <a:xfrm>
              <a:off x="285" y="336"/>
              <a:ext cx="5184" cy="3408"/>
            </a:xfrm>
            <a:prstGeom prst="rect">
              <a:avLst/>
            </a:prstGeom>
            <a:noFill/>
            <a:ln w="9525">
              <a:solidFill>
                <a:schemeClr val="folHlink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eaLnBrk="1" hangingPunct="1"/>
              <a:endParaRPr lang="en-US" sz="2400" dirty="0">
                <a:latin typeface="Times New Roman" pitchFamily="18" charset="0"/>
              </a:endParaRPr>
            </a:p>
          </p:txBody>
        </p:sp>
        <p:sp>
          <p:nvSpPr>
            <p:cNvPr id="7" name="Line 5"/>
            <p:cNvSpPr>
              <a:spLocks noChangeShapeType="1"/>
            </p:cNvSpPr>
            <p:nvPr/>
          </p:nvSpPr>
          <p:spPr bwMode="auto">
            <a:xfrm>
              <a:off x="576" y="2256"/>
              <a:ext cx="4608" cy="0"/>
            </a:xfrm>
            <a:prstGeom prst="line">
              <a:avLst/>
            </a:prstGeom>
            <a:noFill/>
            <a:ln w="381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AU" dirty="0"/>
            </a:p>
          </p:txBody>
        </p:sp>
      </p:grpSp>
      <p:sp>
        <p:nvSpPr>
          <p:cNvPr id="8" name="Rectangle 12"/>
          <p:cNvSpPr>
            <a:spLocks noChangeArrowheads="1"/>
          </p:cNvSpPr>
          <p:nvPr/>
        </p:nvSpPr>
        <p:spPr bwMode="auto">
          <a:xfrm>
            <a:off x="0" y="6629400"/>
            <a:ext cx="9144000" cy="215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r>
              <a:rPr lang="en-US" sz="800" b="1" dirty="0"/>
              <a:t>   © 2016 HL7 ® International. Licensed</a:t>
            </a:r>
            <a:r>
              <a:rPr lang="en-US" sz="800" b="1" baseline="0" dirty="0"/>
              <a:t> under Creative Commons</a:t>
            </a:r>
            <a:r>
              <a:rPr lang="en-US" sz="800" b="1" dirty="0"/>
              <a:t>. HL7 &amp; Health Level Seven are registered trademarks of Health Level Seven International. Reg. U.S. TM Office.</a:t>
            </a:r>
          </a:p>
        </p:txBody>
      </p:sp>
      <p:pic>
        <p:nvPicPr>
          <p:cNvPr id="9" name="Picture 13" descr="HL7 International Logo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798" name="Rectangle 6"/>
          <p:cNvSpPr>
            <a:spLocks noGrp="1" noChangeArrowheads="1"/>
          </p:cNvSpPr>
          <p:nvPr>
            <p:ph type="ctrTitle"/>
          </p:nvPr>
        </p:nvSpPr>
        <p:spPr>
          <a:xfrm>
            <a:off x="1219200" y="838200"/>
            <a:ext cx="6781800" cy="2559050"/>
          </a:xfrm>
        </p:spPr>
        <p:txBody>
          <a:bodyPr anchorCtr="1"/>
          <a:lstStyle>
            <a:lvl1pPr algn="ctr">
              <a:defRPr sz="56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3799" name="Rectangle 7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962400"/>
            <a:ext cx="6400800" cy="187325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3000"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pic>
        <p:nvPicPr>
          <p:cNvPr id="11" name="Picture 4" descr="Creative Commons Licence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265" y="6192775"/>
            <a:ext cx="838200" cy="29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907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 bwMode="auto">
          <a:xfrm>
            <a:off x="7876619" y="5565993"/>
            <a:ext cx="1008112" cy="9361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4" name="Picture 13" descr="HL7 International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304800"/>
            <a:ext cx="1109662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9022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52128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38569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8800"/>
            <a:ext cx="4114800" cy="455252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555763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3528" y="332656"/>
            <a:ext cx="6552728" cy="115212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544" y="1709118"/>
            <a:ext cx="4040188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58032"/>
            <a:ext cx="4040188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709118"/>
            <a:ext cx="4041775" cy="639762"/>
          </a:xfrm>
        </p:spPr>
        <p:txBody>
          <a:bodyPr anchor="ctr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358032"/>
            <a:ext cx="4041775" cy="409530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78479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3275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323528" y="252899"/>
            <a:ext cx="8568952" cy="6264696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9512" y="6304235"/>
            <a:ext cx="72008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C3E5C4-3E2B-40F1-9F2B-C46CEB0C88DF}" type="slidenum">
              <a:rPr lang="en-CA" smtClean="0"/>
              <a:pPr/>
              <a:t>‹#›</a:t>
            </a:fld>
            <a:endParaRPr lang="en-CA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9678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E333006-C981-4946-95F0-93C204ADA334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278774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4"/>
          <p:cNvSpPr>
            <a:spLocks noChangeArrowheads="1"/>
          </p:cNvSpPr>
          <p:nvPr userDrawn="1"/>
        </p:nvSpPr>
        <p:spPr bwMode="auto">
          <a:xfrm>
            <a:off x="0" y="6172200"/>
            <a:ext cx="9144000" cy="685800"/>
          </a:xfrm>
          <a:prstGeom prst="rect">
            <a:avLst/>
          </a:prstGeom>
          <a:solidFill>
            <a:srgbClr val="8EA1E6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US" altLang="nl-NL">
              <a:ea typeface="+mn-ea"/>
            </a:endParaRPr>
          </a:p>
        </p:txBody>
      </p:sp>
      <p:graphicFrame>
        <p:nvGraphicFramePr>
          <p:cNvPr id="5" name="Object 25"/>
          <p:cNvGraphicFramePr>
            <a:graphicFrameLocks noChangeAspect="1"/>
          </p:cNvGraphicFramePr>
          <p:nvPr userDrawn="1"/>
        </p:nvGraphicFramePr>
        <p:xfrm>
          <a:off x="7372350" y="6172200"/>
          <a:ext cx="1771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1771429" imgH="685714" progId="MSPhotoEd.3">
                  <p:embed/>
                </p:oleObj>
              </mc:Choice>
              <mc:Fallback>
                <p:oleObj name="Photo Editor Photo" r:id="rId2" imgW="1771429" imgH="685714" progId="MSPhotoEd.3">
                  <p:embed/>
                  <p:pic>
                    <p:nvPicPr>
                      <p:cNvPr id="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2350" y="6172200"/>
                        <a:ext cx="1771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Line 19"/>
          <p:cNvSpPr>
            <a:spLocks noChangeShapeType="1"/>
          </p:cNvSpPr>
          <p:nvPr userDrawn="1"/>
        </p:nvSpPr>
        <p:spPr bwMode="auto">
          <a:xfrm>
            <a:off x="0" y="6172200"/>
            <a:ext cx="9144000" cy="0"/>
          </a:xfrm>
          <a:prstGeom prst="line">
            <a:avLst/>
          </a:prstGeom>
          <a:noFill/>
          <a:ln w="38100">
            <a:solidFill>
              <a:srgbClr val="3C3CA0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90000" tIns="46800" rIns="90000" bIns="46800">
            <a:spAutoFit/>
          </a:bodyPr>
          <a:lstStyle/>
          <a:p>
            <a:endParaRPr lang="nl-NL"/>
          </a:p>
        </p:txBody>
      </p:sp>
      <p:sp>
        <p:nvSpPr>
          <p:cNvPr id="7" name="Rectangle 20"/>
          <p:cNvSpPr>
            <a:spLocks noChangeArrowheads="1"/>
          </p:cNvSpPr>
          <p:nvPr userDrawn="1"/>
        </p:nvSpPr>
        <p:spPr bwMode="auto">
          <a:xfrm>
            <a:off x="952500" y="6335713"/>
            <a:ext cx="6591300" cy="52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lIns="90000" tIns="46800" rIns="90000" bIns="46800" anchor="ctr">
            <a:spAutoFit/>
          </a:bodyPr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defRPr/>
            </a:pPr>
            <a:r>
              <a:rPr lang="en-GB" altLang="nl-NL" sz="2800" b="1" dirty="0" err="1">
                <a:solidFill>
                  <a:srgbClr val="FFFFFF"/>
                </a:solidFill>
                <a:latin typeface="Georgia" pitchFamily="18" charset="0"/>
                <a:ea typeface="+mn-ea"/>
              </a:rPr>
              <a:t>Ringholm</a:t>
            </a:r>
            <a:r>
              <a:rPr lang="en-GB" altLang="nl-NL" sz="1800" b="1" dirty="0">
                <a:solidFill>
                  <a:srgbClr val="FFFFFF"/>
                </a:solidFill>
                <a:latin typeface="Georgia" pitchFamily="18" charset="0"/>
                <a:ea typeface="+mn-ea"/>
              </a:rPr>
              <a:t> Learn * Share * Connect</a:t>
            </a:r>
          </a:p>
        </p:txBody>
      </p:sp>
      <p:graphicFrame>
        <p:nvGraphicFramePr>
          <p:cNvPr id="8" name="Object 26"/>
          <p:cNvGraphicFramePr>
            <a:graphicFrameLocks noChangeAspect="1"/>
          </p:cNvGraphicFramePr>
          <p:nvPr userDrawn="1"/>
        </p:nvGraphicFramePr>
        <p:xfrm>
          <a:off x="114300" y="6248400"/>
          <a:ext cx="571500" cy="571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4" imgW="571731" imgH="571731" progId="MSPhotoEd.3">
                  <p:embed/>
                </p:oleObj>
              </mc:Choice>
              <mc:Fallback>
                <p:oleObj name="Photo Editor Photo" r:id="rId4" imgW="571731" imgH="571731" progId="MSPhotoEd.3">
                  <p:embed/>
                  <p:pic>
                    <p:nvPicPr>
                      <p:cNvPr id="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" y="6248400"/>
                        <a:ext cx="571500" cy="571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 type="none" w="sm" len="sm"/>
                            <a:tailEnd type="none" w="sm" len="sm"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 userDrawn="1"/>
        </p:nvSpPr>
        <p:spPr bwMode="auto">
          <a:xfrm>
            <a:off x="323850" y="252413"/>
            <a:ext cx="8569325" cy="62658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defRPr sz="1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1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1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defRPr/>
            </a:pPr>
            <a:endParaRPr lang="en-CA" altLang="nl-NL" sz="1800">
              <a:latin typeface="Arial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23528" y="332657"/>
            <a:ext cx="6552728" cy="11801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179388" y="6303963"/>
            <a:ext cx="720725" cy="220662"/>
          </a:xfrm>
          <a:prstGeom prst="rect">
            <a:avLst/>
          </a:prstGeom>
        </p:spPr>
        <p:txBody>
          <a:bodyPr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842811F-6B51-44E6-85A3-00F5DD4B205B}" type="slidenum">
              <a:rPr lang="en-CA"/>
              <a:pPr>
                <a:defRPr/>
              </a:pPr>
              <a:t>‹#›</a:t>
            </a:fld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29620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77EA1-7182-CFEA-EFFE-C563B5F600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8B815C-9208-25C9-4721-F644C8DD73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325A7-B5C4-9846-15F9-6DEDBD41B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1F7BA-A65D-A1B8-D0F3-B8227C002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1FE079-13EF-A395-B7D6-0503618D76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0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1F04-6EEC-BAD4-EAF3-D16957995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FFFCFD-0016-1442-60FD-5082E2A0B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E443EB-A426-8DC1-2237-B655F701A5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4CF50-6FBF-C227-AC72-8671150CF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05E00-3CEA-16D1-C9C4-C8B552C0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99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E87E6-3658-6457-0AEE-E082BB373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306A0-0A21-C746-F4EC-7BEA9E8732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690099-899C-7DFE-2574-7DFB6D85A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CAA1A9-5E70-BEB1-F596-456F50E2B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E3BF4E-E414-A215-4781-92993B830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4508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ADFE2-D15A-A329-F130-ECA2FB87A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67B778-FF92-30E4-F908-AFDD58BD2E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43ED9F-5941-BEC3-D3BE-E580D9E8F9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263FC-E2AC-5E0E-CBE5-9C8F3CA2E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0F6E85-11BA-8F4A-8485-0E0EA6515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5173B1-57D5-FB6B-14C0-136CE3F9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721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EE59-1367-159A-4B6A-30C530644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469B33-5B32-ABDC-F576-E44E427A9B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231047-E848-5ABE-6BF8-9C776ABF8B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12E301-CDA5-70A0-CFE5-BD7AF2904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46046-64DC-0EA3-A374-4508C261DC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FBB2A4-B497-2E67-1C9F-52F37440B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D2AB5-0B65-D696-CB71-A05789E3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FD4896-2B6B-E502-3275-37F64297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9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680BA-2A0B-AE37-9815-EF20DA857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91D0F-FBBB-B88D-20E0-0B79CD502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CB3686-BC5D-BA6A-530C-5B853C3F7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79504-E78B-A9CC-39CA-E2F54736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071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1EDBE4-F0D5-69EE-25B0-D7999225C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4A886-B92D-D38C-3F82-3A25657F9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EBEE4-1A74-C42E-D480-8BA70777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462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9EC20-3640-5B52-CC6B-6A91249DA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A5F8C-8B56-5345-B9A6-A09A5B76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BF7127-14E2-B971-5BF5-EF3D36336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DA779-C789-00CF-1BCE-057272360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A50E4E-6DB5-7A48-DFBA-6A0CFC7E3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D8E94-D287-EA87-4B33-A7A7597E4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02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FC084-F75D-7183-B8DF-1D1187A1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28D623-1FBE-8376-32FD-6FE64F2AAF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73FA9-2C4D-24F0-0D91-08121B98B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4B1490-6282-9E34-CF6D-C84917F6C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80992-055C-E900-8F78-0284FEA5F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F267EB-F1A8-21E8-4517-9202A5264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868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FB1E9-A120-AAE9-30C9-B488725A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1D8990-C26E-3148-CFA2-FB1DA428D3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AA725A-5895-C567-BDD1-3CE4EFF4FB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A56F11-382C-A5BF-DFB4-2A77D972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BE6B5-FBE5-F3A7-302E-51A6B04D3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5577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8E33EA-AD7D-8B40-2843-1A85C30A4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CB636F-2630-BFB0-8263-DA67CF1DE4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33201-F3E7-67D7-DED7-8257200A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50D49-BCC6-639D-F85A-F9BB10040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683C1-B849-A401-1436-B27CBC0E5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62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5"/>
          <p:cNvSpPr>
            <a:spLocks noChangeShapeType="1"/>
          </p:cNvSpPr>
          <p:nvPr/>
        </p:nvSpPr>
        <p:spPr bwMode="auto">
          <a:xfrm>
            <a:off x="461963" y="1600200"/>
            <a:ext cx="8296275" cy="0"/>
          </a:xfrm>
          <a:prstGeom prst="line">
            <a:avLst/>
          </a:prstGeom>
          <a:noFill/>
          <a:ln w="381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AU" dirty="0"/>
          </a:p>
        </p:txBody>
      </p:sp>
      <p:sp>
        <p:nvSpPr>
          <p:cNvPr id="1029" name="Rectangle 6"/>
          <p:cNvSpPr>
            <a:spLocks noGrp="1" noChangeArrowheads="1"/>
          </p:cNvSpPr>
          <p:nvPr>
            <p:ph type="title"/>
          </p:nvPr>
        </p:nvSpPr>
        <p:spPr bwMode="auto">
          <a:xfrm>
            <a:off x="323528" y="332657"/>
            <a:ext cx="6552728" cy="11801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30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828800"/>
            <a:ext cx="8382000" cy="44805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2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5pPr>
      <a:lvl6pPr marL="4572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6pPr>
      <a:lvl7pPr marL="9144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7pPr>
      <a:lvl8pPr marL="13716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8pPr>
      <a:lvl9pPr marL="1828800"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sz="31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Ø"/>
        <a:defRPr sz="26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55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Char char="•"/>
        <a:defRPr sz="2000"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5000"/>
        <a:buFont typeface="Wingdings" pitchFamily="2" charset="2"/>
        <a:buChar char="ü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A1AAE-456B-F0E5-4B2D-B7EBCB0F6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E1ED5-A9FF-15C9-117E-F61DD8DCB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42527-6DD4-2E75-5C22-204FDD6346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F0FE0-C0B2-431B-95AF-3256C55C95DF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3CC99A-59C8-5323-AF82-A5F443851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9BDE20-22BE-D4D2-5246-3B6E487F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5C96E4-FC4E-4692-93B8-7BC967491D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61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26CB9C79-94C5-48F8-756F-A43816D2EB19}"/>
              </a:ext>
            </a:extLst>
          </p:cNvPr>
          <p:cNvSpPr/>
          <p:nvPr/>
        </p:nvSpPr>
        <p:spPr bwMode="auto">
          <a:xfrm>
            <a:off x="683568" y="1203653"/>
            <a:ext cx="3050389" cy="1080120"/>
          </a:xfrm>
          <a:prstGeom prst="rightArrow">
            <a:avLst/>
          </a:prstGeom>
          <a:solidFill>
            <a:srgbClr val="00B0F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US-PCS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BC8FB1-F8C5-3A12-A641-BC687026EFBB}"/>
              </a:ext>
            </a:extLst>
          </p:cNvPr>
          <p:cNvSpPr/>
          <p:nvPr/>
        </p:nvSpPr>
        <p:spPr bwMode="auto">
          <a:xfrm>
            <a:off x="683568" y="3573015"/>
            <a:ext cx="7848872" cy="2081332"/>
          </a:xfrm>
          <a:prstGeom prst="roundRect">
            <a:avLst>
              <a:gd name="adj" fmla="val 9009"/>
            </a:avLst>
          </a:prstGeom>
          <a:solidFill>
            <a:schemeClr val="bg1">
              <a:lumMod val="8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sz="2800" b="1">
              <a:latin typeface="Aptos" panose="020B00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BE4EC-2F59-A928-CF62-44F83A26E2C0}"/>
              </a:ext>
            </a:extLst>
          </p:cNvPr>
          <p:cNvSpPr txBox="1"/>
          <p:nvPr/>
        </p:nvSpPr>
        <p:spPr>
          <a:xfrm>
            <a:off x="683569" y="3589151"/>
            <a:ext cx="78488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Composed from US Core Resources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6498BE2-19FD-C235-1FB2-1BE759F02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72" y="169030"/>
            <a:ext cx="3243967" cy="314936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31AA2319-88DF-2D08-7EA0-574338198C20}"/>
              </a:ext>
            </a:extLst>
          </p:cNvPr>
          <p:cNvSpPr txBox="1"/>
          <p:nvPr/>
        </p:nvSpPr>
        <p:spPr>
          <a:xfrm>
            <a:off x="5076357" y="1139423"/>
            <a:ext cx="1552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Medications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27E468-0E17-C04A-F7BC-30BBB710606B}"/>
              </a:ext>
            </a:extLst>
          </p:cNvPr>
          <p:cNvSpPr txBox="1"/>
          <p:nvPr/>
        </p:nvSpPr>
        <p:spPr>
          <a:xfrm>
            <a:off x="5076358" y="75405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Allergies / Intolerances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CFEC245-6F7C-D9B1-DF33-3A8C0590D8F3}"/>
              </a:ext>
            </a:extLst>
          </p:cNvPr>
          <p:cNvSpPr txBox="1"/>
          <p:nvPr/>
        </p:nvSpPr>
        <p:spPr>
          <a:xfrm>
            <a:off x="5076358" y="368677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1C23B8-5BA4-3417-C493-BEE9F8BA6308}"/>
              </a:ext>
            </a:extLst>
          </p:cNvPr>
          <p:cNvSpPr txBox="1"/>
          <p:nvPr/>
        </p:nvSpPr>
        <p:spPr>
          <a:xfrm>
            <a:off x="5076358" y="2295540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6428657-2412-8851-ABDB-29F72B6787CA}"/>
              </a:ext>
            </a:extLst>
          </p:cNvPr>
          <p:cNvSpPr txBox="1"/>
          <p:nvPr/>
        </p:nvSpPr>
        <p:spPr>
          <a:xfrm>
            <a:off x="5076358" y="1524796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54A831"/>
                </a:solidFill>
                <a:latin typeface="Aptos" panose="020B0004020202020204" pitchFamily="34" charset="0"/>
              </a:rPr>
              <a:t>Immunizations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2A839B-387E-785A-CCAC-B60B15329D71}"/>
              </a:ext>
            </a:extLst>
          </p:cNvPr>
          <p:cNvSpPr txBox="1"/>
          <p:nvPr/>
        </p:nvSpPr>
        <p:spPr>
          <a:xfrm>
            <a:off x="5076358" y="1910169"/>
            <a:ext cx="19015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86328"/>
                </a:solidFill>
                <a:latin typeface="Aptos" panose="020B0004020202020204" pitchFamily="34" charset="0"/>
              </a:rPr>
              <a:t>Results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3F5816-CC41-A78D-B58A-CD7AE0E23EE8}"/>
              </a:ext>
            </a:extLst>
          </p:cNvPr>
          <p:cNvCxnSpPr>
            <a:cxnSpLocks/>
            <a:stCxn id="29" idx="2"/>
            <a:endCxn id="9" idx="0"/>
          </p:cNvCxnSpPr>
          <p:nvPr/>
        </p:nvCxnSpPr>
        <p:spPr bwMode="auto">
          <a:xfrm rot="5400000">
            <a:off x="4889774" y="3003216"/>
            <a:ext cx="288030" cy="851569"/>
          </a:xfrm>
          <a:prstGeom prst="bentConnector3">
            <a:avLst/>
          </a:prstGeom>
          <a:solidFill>
            <a:schemeClr val="accent1"/>
          </a:solidFill>
          <a:ln w="57150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689898B-ECF1-B677-FF85-78F4EFC10693}"/>
              </a:ext>
            </a:extLst>
          </p:cNvPr>
          <p:cNvSpPr/>
          <p:nvPr/>
        </p:nvSpPr>
        <p:spPr bwMode="auto">
          <a:xfrm>
            <a:off x="624601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E8632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EBCA90E-1AE8-5CCB-7FAB-671A026131E7}"/>
              </a:ext>
            </a:extLst>
          </p:cNvPr>
          <p:cNvSpPr/>
          <p:nvPr/>
        </p:nvSpPr>
        <p:spPr bwMode="auto">
          <a:xfrm>
            <a:off x="5159692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F7D33E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70B23A4-40E4-A30D-F574-467FC4E85DE8}"/>
              </a:ext>
            </a:extLst>
          </p:cNvPr>
          <p:cNvSpPr/>
          <p:nvPr/>
        </p:nvSpPr>
        <p:spPr bwMode="auto">
          <a:xfrm>
            <a:off x="4073373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CAD404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4BAEEC1-FB56-B921-A049-E94F7F1FBC40}"/>
              </a:ext>
            </a:extLst>
          </p:cNvPr>
          <p:cNvSpPr/>
          <p:nvPr/>
        </p:nvSpPr>
        <p:spPr bwMode="auto">
          <a:xfrm>
            <a:off x="2987054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05953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8543FCBC-B6FE-8D45-0CB8-1A56EF3A12B0}"/>
              </a:ext>
            </a:extLst>
          </p:cNvPr>
          <p:cNvSpPr/>
          <p:nvPr/>
        </p:nvSpPr>
        <p:spPr bwMode="auto">
          <a:xfrm>
            <a:off x="1900735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1BA5CC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>
              <a:latin typeface="Arial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DAD09EE-5BF1-4CF6-C998-38DCD9D25D4E}"/>
              </a:ext>
            </a:extLst>
          </p:cNvPr>
          <p:cNvSpPr/>
          <p:nvPr/>
        </p:nvSpPr>
        <p:spPr bwMode="auto">
          <a:xfrm>
            <a:off x="814416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rgbClr val="87C9FB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24831A01-4C1E-6DB5-1CAA-0CF9BECD7E63}"/>
              </a:ext>
            </a:extLst>
          </p:cNvPr>
          <p:cNvSpPr/>
          <p:nvPr/>
        </p:nvSpPr>
        <p:spPr bwMode="auto">
          <a:xfrm>
            <a:off x="7332331" y="4153167"/>
            <a:ext cx="1049646" cy="1070973"/>
          </a:xfrm>
          <a:prstGeom prst="roundRect">
            <a:avLst/>
          </a:prstGeom>
          <a:solidFill>
            <a:schemeClr val="bg1"/>
          </a:solidFill>
          <a:ln w="38100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470219-A4F0-2F03-C5C4-0DDC9C0F77A0}"/>
              </a:ext>
            </a:extLst>
          </p:cNvPr>
          <p:cNvSpPr txBox="1"/>
          <p:nvPr/>
        </p:nvSpPr>
        <p:spPr>
          <a:xfrm>
            <a:off x="2092274" y="4884570"/>
            <a:ext cx="6270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Allergy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9F8963-A888-EF93-B662-8087BB87B26D}"/>
              </a:ext>
            </a:extLst>
          </p:cNvPr>
          <p:cNvSpPr txBox="1"/>
          <p:nvPr/>
        </p:nvSpPr>
        <p:spPr>
          <a:xfrm>
            <a:off x="977888" y="4884570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F9EFAE-508A-288F-EA5D-6B7572ED4586}"/>
              </a:ext>
            </a:extLst>
          </p:cNvPr>
          <p:cNvSpPr txBox="1"/>
          <p:nvPr/>
        </p:nvSpPr>
        <p:spPr>
          <a:xfrm>
            <a:off x="3061847" y="4884570"/>
            <a:ext cx="9060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3C140E-C182-0A26-0372-5CB4CC7D5C8F}"/>
              </a:ext>
            </a:extLst>
          </p:cNvPr>
          <p:cNvSpPr txBox="1"/>
          <p:nvPr/>
        </p:nvSpPr>
        <p:spPr>
          <a:xfrm>
            <a:off x="4062337" y="4884570"/>
            <a:ext cx="10727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Immunization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E6009-EF1A-7CBE-D411-35C3F578B0DE}"/>
              </a:ext>
            </a:extLst>
          </p:cNvPr>
          <p:cNvSpPr txBox="1"/>
          <p:nvPr/>
        </p:nvSpPr>
        <p:spPr>
          <a:xfrm>
            <a:off x="5389686" y="4884570"/>
            <a:ext cx="59824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DACA09-75BB-16E0-5AAD-347D147EF114}"/>
              </a:ext>
            </a:extLst>
          </p:cNvPr>
          <p:cNvSpPr txBox="1"/>
          <p:nvPr/>
        </p:nvSpPr>
        <p:spPr>
          <a:xfrm>
            <a:off x="6355802" y="4884570"/>
            <a:ext cx="85151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Procedure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A1A41E-C451-DEDA-CE2A-47606BA4F23D}"/>
              </a:ext>
            </a:extLst>
          </p:cNvPr>
          <p:cNvSpPr txBox="1"/>
          <p:nvPr/>
        </p:nvSpPr>
        <p:spPr>
          <a:xfrm>
            <a:off x="7517958" y="4819364"/>
            <a:ext cx="67839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 </a:t>
            </a:r>
            <a:b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b="1" dirty="0">
                <a:latin typeface="Aptos" panose="020B00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Profiles</a:t>
            </a:r>
          </a:p>
        </p:txBody>
      </p:sp>
      <p:pic>
        <p:nvPicPr>
          <p:cNvPr id="36" name="Picture 35" descr="A black and white image of a pair of scissors&#10;&#10;Description automatically generated">
            <a:extLst>
              <a:ext uri="{FF2B5EF4-FFF2-40B4-BE49-F238E27FC236}">
                <a16:creationId xmlns:a16="http://schemas.microsoft.com/office/drawing/2014/main" id="{AB98EEB5-C911-98F6-D140-1F8C24366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361" y="4265126"/>
            <a:ext cx="609631" cy="609631"/>
          </a:xfrm>
          <a:prstGeom prst="rect">
            <a:avLst/>
          </a:prstGeom>
        </p:spPr>
      </p:pic>
      <p:pic>
        <p:nvPicPr>
          <p:cNvPr id="47" name="Picture 46" descr="A stethoscope with a cord&#10;&#10;Description automatically generated">
            <a:extLst>
              <a:ext uri="{FF2B5EF4-FFF2-40B4-BE49-F238E27FC236}">
                <a16:creationId xmlns:a16="http://schemas.microsoft.com/office/drawing/2014/main" id="{8F94DC3C-9075-3D44-4499-54075B06B2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977" y="4301728"/>
            <a:ext cx="609631" cy="609631"/>
          </a:xfrm>
          <a:prstGeom prst="rect">
            <a:avLst/>
          </a:prstGeom>
        </p:spPr>
      </p:pic>
      <p:pic>
        <p:nvPicPr>
          <p:cNvPr id="49" name="Picture 48" descr="A black and white icon of a syringe and a shield&#10;&#10;Description automatically generated">
            <a:extLst>
              <a:ext uri="{FF2B5EF4-FFF2-40B4-BE49-F238E27FC236}">
                <a16:creationId xmlns:a16="http://schemas.microsoft.com/office/drawing/2014/main" id="{FD7CA7DE-D429-6CFA-32E6-662B9E4BC8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4740" y="4276955"/>
            <a:ext cx="609631" cy="609631"/>
          </a:xfrm>
          <a:prstGeom prst="rect">
            <a:avLst/>
          </a:prstGeom>
        </p:spPr>
      </p:pic>
      <p:pic>
        <p:nvPicPr>
          <p:cNvPr id="51" name="Picture 50" descr="A black and white line drawing of a test tube&#10;&#10;Description automatically generated">
            <a:extLst>
              <a:ext uri="{FF2B5EF4-FFF2-40B4-BE49-F238E27FC236}">
                <a16:creationId xmlns:a16="http://schemas.microsoft.com/office/drawing/2014/main" id="{1FB7F293-BD2B-E8E5-EB60-58CAAA6CFD4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699" y="4301727"/>
            <a:ext cx="609631" cy="609631"/>
          </a:xfrm>
          <a:prstGeom prst="rect">
            <a:avLst/>
          </a:prstGeom>
        </p:spPr>
      </p:pic>
      <p:pic>
        <p:nvPicPr>
          <p:cNvPr id="53" name="Picture 52" descr="A black and white image of different shapes&#10;&#10;Description automatically generated">
            <a:extLst>
              <a:ext uri="{FF2B5EF4-FFF2-40B4-BE49-F238E27FC236}">
                <a16:creationId xmlns:a16="http://schemas.microsoft.com/office/drawing/2014/main" id="{79E91E8C-1191-C707-53EB-C8AA3B4D23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4129" y="4296109"/>
            <a:ext cx="609631" cy="609631"/>
          </a:xfrm>
          <a:prstGeom prst="rect">
            <a:avLst/>
          </a:prstGeom>
        </p:spPr>
      </p:pic>
      <p:pic>
        <p:nvPicPr>
          <p:cNvPr id="62" name="Picture 61" descr="A black and white clipboard with a cross&#10;&#10;Description automatically generated">
            <a:extLst>
              <a:ext uri="{FF2B5EF4-FFF2-40B4-BE49-F238E27FC236}">
                <a16:creationId xmlns:a16="http://schemas.microsoft.com/office/drawing/2014/main" id="{261A6EF3-5AAC-C4FA-9162-274F3B78D3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4924" y="4362053"/>
            <a:ext cx="430887" cy="430887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A4BEF18-E118-9BE3-D648-495418D43C09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6754" t="18564" r="80644" b="30366"/>
          <a:stretch/>
        </p:blipFill>
        <p:spPr>
          <a:xfrm>
            <a:off x="2125742" y="4301727"/>
            <a:ext cx="606925" cy="60401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CA0D93D-B437-D9AB-AFEF-F157B62EFC9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4434" r="85778" b="20996"/>
          <a:stretch/>
        </p:blipFill>
        <p:spPr>
          <a:xfrm>
            <a:off x="7671506" y="4339789"/>
            <a:ext cx="593795" cy="489843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C1F0A460-50C4-1A23-22B6-0ADB5F974C0E}"/>
              </a:ext>
            </a:extLst>
          </p:cNvPr>
          <p:cNvSpPr txBox="1"/>
          <p:nvPr/>
        </p:nvSpPr>
        <p:spPr>
          <a:xfrm>
            <a:off x="4840947" y="2689810"/>
            <a:ext cx="16514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Aptos" panose="020B0004020202020204" pitchFamily="34" charset="0"/>
              </a:rPr>
              <a:t>+10 other sections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265218-EFC3-3EA1-C528-B0B23AAA3F43}"/>
              </a:ext>
            </a:extLst>
          </p:cNvPr>
          <p:cNvSpPr/>
          <p:nvPr/>
        </p:nvSpPr>
        <p:spPr bwMode="auto">
          <a:xfrm>
            <a:off x="3796707" y="169030"/>
            <a:ext cx="3325732" cy="3115955"/>
          </a:xfrm>
          <a:prstGeom prst="roundRect">
            <a:avLst>
              <a:gd name="adj" fmla="val 4745"/>
            </a:avLst>
          </a:prstGeom>
          <a:noFill/>
          <a:ln w="57150" cap="flat" cmpd="sng" algn="ctr">
            <a:solidFill>
              <a:srgbClr val="00B0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15CAC6-EF50-6FDC-68EE-C75508B8B77A}"/>
              </a:ext>
            </a:extLst>
          </p:cNvPr>
          <p:cNvSpPr txBox="1"/>
          <p:nvPr/>
        </p:nvSpPr>
        <p:spPr>
          <a:xfrm>
            <a:off x="814416" y="5262939"/>
            <a:ext cx="7686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 Core 6.1.0 Resources are defined in a </a:t>
            </a: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separate implementation guide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36993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ECA8EB60-E062-D346-9652-8FEC15E72AAA}"/>
              </a:ext>
            </a:extLst>
          </p:cNvPr>
          <p:cNvSpPr/>
          <p:nvPr/>
        </p:nvSpPr>
        <p:spPr>
          <a:xfrm>
            <a:off x="323528" y="1495614"/>
            <a:ext cx="8458200" cy="4863749"/>
          </a:xfrm>
          <a:prstGeom prst="rect">
            <a:avLst/>
          </a:prstGeom>
          <a:gradFill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  <a:effectLst>
            <a:glow rad="101600">
              <a:schemeClr val="accent6">
                <a:satMod val="175000"/>
                <a:alpha val="40000"/>
              </a:schemeClr>
            </a:glow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>
              <a:latin typeface="Aptos" panose="020B0004020202020204" pitchFamily="34" charset="0"/>
            </a:endParaRP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0EC5BC7E-65D4-4CFD-ACEA-735694C4FF30}"/>
              </a:ext>
            </a:extLst>
          </p:cNvPr>
          <p:cNvSpPr/>
          <p:nvPr/>
        </p:nvSpPr>
        <p:spPr>
          <a:xfrm>
            <a:off x="570706" y="2108728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required (subject)</a:t>
            </a:r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28DB9525-86EA-4002-9AEE-0AB1E2F376F6}"/>
              </a:ext>
            </a:extLst>
          </p:cNvPr>
          <p:cNvSpPr/>
          <p:nvPr/>
        </p:nvSpPr>
        <p:spPr>
          <a:xfrm>
            <a:off x="570706" y="278261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Author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required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A94EA110-57C7-4032-A608-C58DEB29FFE6}"/>
              </a:ext>
            </a:extLst>
          </p:cNvPr>
          <p:cNvSpPr/>
          <p:nvPr/>
        </p:nvSpPr>
        <p:spPr>
          <a:xfrm>
            <a:off x="570706" y="3462404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Attester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optional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21A393D0-6011-4519-80D9-1D1A8FFE0A21}"/>
              </a:ext>
            </a:extLst>
          </p:cNvPr>
          <p:cNvSpPr/>
          <p:nvPr/>
        </p:nvSpPr>
        <p:spPr>
          <a:xfrm>
            <a:off x="570706" y="4147137"/>
            <a:ext cx="1437273" cy="576072"/>
          </a:xfrm>
          <a:custGeom>
            <a:avLst/>
            <a:gdLst>
              <a:gd name="connsiteX0" fmla="*/ 0 w 1916364"/>
              <a:gd name="connsiteY0" fmla="*/ 153453 h 920701"/>
              <a:gd name="connsiteX1" fmla="*/ 153453 w 1916364"/>
              <a:gd name="connsiteY1" fmla="*/ 0 h 920701"/>
              <a:gd name="connsiteX2" fmla="*/ 1762911 w 1916364"/>
              <a:gd name="connsiteY2" fmla="*/ 0 h 920701"/>
              <a:gd name="connsiteX3" fmla="*/ 1916364 w 1916364"/>
              <a:gd name="connsiteY3" fmla="*/ 153453 h 920701"/>
              <a:gd name="connsiteX4" fmla="*/ 1916364 w 1916364"/>
              <a:gd name="connsiteY4" fmla="*/ 767248 h 920701"/>
              <a:gd name="connsiteX5" fmla="*/ 1762911 w 1916364"/>
              <a:gd name="connsiteY5" fmla="*/ 920701 h 920701"/>
              <a:gd name="connsiteX6" fmla="*/ 153453 w 1916364"/>
              <a:gd name="connsiteY6" fmla="*/ 920701 h 920701"/>
              <a:gd name="connsiteX7" fmla="*/ 0 w 1916364"/>
              <a:gd name="connsiteY7" fmla="*/ 767248 h 920701"/>
              <a:gd name="connsiteX8" fmla="*/ 0 w 1916364"/>
              <a:gd name="connsiteY8" fmla="*/ 153453 h 920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920701">
                <a:moveTo>
                  <a:pt x="0" y="153453"/>
                </a:moveTo>
                <a:cubicBezTo>
                  <a:pt x="0" y="68703"/>
                  <a:pt x="68703" y="0"/>
                  <a:pt x="153453" y="0"/>
                </a:cubicBezTo>
                <a:lnTo>
                  <a:pt x="1762911" y="0"/>
                </a:lnTo>
                <a:cubicBezTo>
                  <a:pt x="1847661" y="0"/>
                  <a:pt x="1916364" y="68703"/>
                  <a:pt x="1916364" y="153453"/>
                </a:cubicBezTo>
                <a:lnTo>
                  <a:pt x="1916364" y="767248"/>
                </a:lnTo>
                <a:cubicBezTo>
                  <a:pt x="1916364" y="851998"/>
                  <a:pt x="1847661" y="920701"/>
                  <a:pt x="1762911" y="920701"/>
                </a:cubicBezTo>
                <a:lnTo>
                  <a:pt x="153453" y="920701"/>
                </a:lnTo>
                <a:cubicBezTo>
                  <a:pt x="68703" y="920701"/>
                  <a:pt x="0" y="851998"/>
                  <a:pt x="0" y="767248"/>
                </a:cubicBezTo>
                <a:lnTo>
                  <a:pt x="0" y="153453"/>
                </a:lnTo>
                <a:close/>
              </a:path>
            </a:pathLst>
          </a:custGeom>
          <a:solidFill>
            <a:srgbClr val="0D8EC5">
              <a:lumMod val="60000"/>
              <a:lumOff val="40000"/>
            </a:srgb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5144" tIns="85144" rIns="85144" bIns="85144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Custodian</a:t>
            </a:r>
            <a:br>
              <a:rPr lang="en-US" sz="135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optional</a:t>
            </a:r>
            <a:endParaRPr lang="en-US" sz="1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C682B63-45F5-4F78-BE9C-77EA0840B2AA}"/>
              </a:ext>
            </a:extLst>
          </p:cNvPr>
          <p:cNvSpPr/>
          <p:nvPr/>
        </p:nvSpPr>
        <p:spPr>
          <a:xfrm>
            <a:off x="2218165" y="2108728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Problems</a:t>
            </a:r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AE4ACA72-4E1A-47ED-A713-B45EA3F40DEC}"/>
              </a:ext>
            </a:extLst>
          </p:cNvPr>
          <p:cNvSpPr/>
          <p:nvPr/>
        </p:nvSpPr>
        <p:spPr>
          <a:xfrm>
            <a:off x="2205541" y="2782617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Allergies and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Intolerances</a:t>
            </a: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BDEA02AF-9740-4819-AF65-CE046F798CCC}"/>
              </a:ext>
            </a:extLst>
          </p:cNvPr>
          <p:cNvSpPr/>
          <p:nvPr/>
        </p:nvSpPr>
        <p:spPr>
          <a:xfrm>
            <a:off x="2205541" y="3462404"/>
            <a:ext cx="1408187" cy="576072"/>
          </a:xfrm>
          <a:custGeom>
            <a:avLst/>
            <a:gdLst>
              <a:gd name="connsiteX0" fmla="*/ 0 w 1777082"/>
              <a:gd name="connsiteY0" fmla="*/ 150004 h 900006"/>
              <a:gd name="connsiteX1" fmla="*/ 150004 w 1777082"/>
              <a:gd name="connsiteY1" fmla="*/ 0 h 900006"/>
              <a:gd name="connsiteX2" fmla="*/ 1627078 w 1777082"/>
              <a:gd name="connsiteY2" fmla="*/ 0 h 900006"/>
              <a:gd name="connsiteX3" fmla="*/ 1777082 w 1777082"/>
              <a:gd name="connsiteY3" fmla="*/ 150004 h 900006"/>
              <a:gd name="connsiteX4" fmla="*/ 1777082 w 1777082"/>
              <a:gd name="connsiteY4" fmla="*/ 750002 h 900006"/>
              <a:gd name="connsiteX5" fmla="*/ 1627078 w 1777082"/>
              <a:gd name="connsiteY5" fmla="*/ 900006 h 900006"/>
              <a:gd name="connsiteX6" fmla="*/ 150004 w 1777082"/>
              <a:gd name="connsiteY6" fmla="*/ 900006 h 900006"/>
              <a:gd name="connsiteX7" fmla="*/ 0 w 1777082"/>
              <a:gd name="connsiteY7" fmla="*/ 750002 h 900006"/>
              <a:gd name="connsiteX8" fmla="*/ 0 w 1777082"/>
              <a:gd name="connsiteY8" fmla="*/ 150004 h 9000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7082" h="900006">
                <a:moveTo>
                  <a:pt x="0" y="150004"/>
                </a:moveTo>
                <a:cubicBezTo>
                  <a:pt x="0" y="67159"/>
                  <a:pt x="67159" y="0"/>
                  <a:pt x="150004" y="0"/>
                </a:cubicBezTo>
                <a:lnTo>
                  <a:pt x="1627078" y="0"/>
                </a:lnTo>
                <a:cubicBezTo>
                  <a:pt x="1709923" y="0"/>
                  <a:pt x="1777082" y="67159"/>
                  <a:pt x="1777082" y="150004"/>
                </a:cubicBezTo>
                <a:lnTo>
                  <a:pt x="1777082" y="750002"/>
                </a:lnTo>
                <a:cubicBezTo>
                  <a:pt x="1777082" y="832847"/>
                  <a:pt x="1709923" y="900006"/>
                  <a:pt x="1627078" y="900006"/>
                </a:cubicBezTo>
                <a:lnTo>
                  <a:pt x="150004" y="900006"/>
                </a:lnTo>
                <a:cubicBezTo>
                  <a:pt x="67159" y="900006"/>
                  <a:pt x="0" y="832847"/>
                  <a:pt x="0" y="750002"/>
                </a:cubicBezTo>
                <a:lnTo>
                  <a:pt x="0" y="150004"/>
                </a:lnTo>
                <a:close/>
              </a:path>
            </a:pathLst>
          </a:custGeom>
          <a:solidFill>
            <a:srgbClr val="E7343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1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4386" tIns="84386" rIns="84386" bIns="84386" numCol="1" spcCol="1270" anchor="ctr" anchorCtr="0">
            <a:noAutofit/>
          </a:bodyPr>
          <a:lstStyle/>
          <a:p>
            <a:pPr marL="0" marR="0" lvl="0" indent="0" algn="l" defTabSz="600075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Medication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Summary   </a:t>
            </a:r>
          </a:p>
        </p:txBody>
      </p:sp>
      <p:sp>
        <p:nvSpPr>
          <p:cNvPr id="19" name="Forme libre : forme 18">
            <a:extLst>
              <a:ext uri="{FF2B5EF4-FFF2-40B4-BE49-F238E27FC236}">
                <a16:creationId xmlns:a16="http://schemas.microsoft.com/office/drawing/2014/main" id="{79759D51-F138-4F8F-B11C-CB407BC408C0}"/>
              </a:ext>
            </a:extLst>
          </p:cNvPr>
          <p:cNvSpPr/>
          <p:nvPr/>
        </p:nvSpPr>
        <p:spPr>
          <a:xfrm>
            <a:off x="3836538" y="2108728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Immunizations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8A603298-B960-4F7D-ABF5-CE132BBD53F7}"/>
              </a:ext>
            </a:extLst>
          </p:cNvPr>
          <p:cNvSpPr/>
          <p:nvPr/>
        </p:nvSpPr>
        <p:spPr>
          <a:xfrm>
            <a:off x="3836538" y="414713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Results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Laboratory/pathology + Radiology</a:t>
            </a:r>
            <a:endParaRPr lang="en-US" sz="14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DBB264FC-6901-455B-A8CD-D91CF6E6DD3C}"/>
              </a:ext>
            </a:extLst>
          </p:cNvPr>
          <p:cNvSpPr/>
          <p:nvPr/>
        </p:nvSpPr>
        <p:spPr>
          <a:xfrm>
            <a:off x="3836538" y="3462404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Procedures</a:t>
            </a:r>
          </a:p>
        </p:txBody>
      </p:sp>
      <p:sp>
        <p:nvSpPr>
          <p:cNvPr id="27" name="Forme libre : forme 26">
            <a:extLst>
              <a:ext uri="{FF2B5EF4-FFF2-40B4-BE49-F238E27FC236}">
                <a16:creationId xmlns:a16="http://schemas.microsoft.com/office/drawing/2014/main" id="{762671BB-2051-4914-A9D8-CC9F42C03D3A}"/>
              </a:ext>
            </a:extLst>
          </p:cNvPr>
          <p:cNvSpPr/>
          <p:nvPr/>
        </p:nvSpPr>
        <p:spPr>
          <a:xfrm>
            <a:off x="3836538" y="2782617"/>
            <a:ext cx="1437273" cy="576072"/>
          </a:xfrm>
          <a:custGeom>
            <a:avLst/>
            <a:gdLst>
              <a:gd name="connsiteX0" fmla="*/ 0 w 1916364"/>
              <a:gd name="connsiteY0" fmla="*/ 147603 h 885600"/>
              <a:gd name="connsiteX1" fmla="*/ 147603 w 1916364"/>
              <a:gd name="connsiteY1" fmla="*/ 0 h 885600"/>
              <a:gd name="connsiteX2" fmla="*/ 1768761 w 1916364"/>
              <a:gd name="connsiteY2" fmla="*/ 0 h 885600"/>
              <a:gd name="connsiteX3" fmla="*/ 1916364 w 1916364"/>
              <a:gd name="connsiteY3" fmla="*/ 147603 h 885600"/>
              <a:gd name="connsiteX4" fmla="*/ 1916364 w 1916364"/>
              <a:gd name="connsiteY4" fmla="*/ 737997 h 885600"/>
              <a:gd name="connsiteX5" fmla="*/ 1768761 w 1916364"/>
              <a:gd name="connsiteY5" fmla="*/ 885600 h 885600"/>
              <a:gd name="connsiteX6" fmla="*/ 147603 w 1916364"/>
              <a:gd name="connsiteY6" fmla="*/ 885600 h 885600"/>
              <a:gd name="connsiteX7" fmla="*/ 0 w 1916364"/>
              <a:gd name="connsiteY7" fmla="*/ 737997 h 885600"/>
              <a:gd name="connsiteX8" fmla="*/ 0 w 1916364"/>
              <a:gd name="connsiteY8" fmla="*/ 147603 h 88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0">
                <a:moveTo>
                  <a:pt x="0" y="147603"/>
                </a:moveTo>
                <a:cubicBezTo>
                  <a:pt x="0" y="66084"/>
                  <a:pt x="66084" y="0"/>
                  <a:pt x="147603" y="0"/>
                </a:cubicBezTo>
                <a:lnTo>
                  <a:pt x="1768761" y="0"/>
                </a:lnTo>
                <a:cubicBezTo>
                  <a:pt x="1850280" y="0"/>
                  <a:pt x="1916364" y="66084"/>
                  <a:pt x="1916364" y="147603"/>
                </a:cubicBezTo>
                <a:lnTo>
                  <a:pt x="1916364" y="737997"/>
                </a:lnTo>
                <a:cubicBezTo>
                  <a:pt x="1916364" y="819516"/>
                  <a:pt x="1850280" y="885600"/>
                  <a:pt x="1768761" y="885600"/>
                </a:cubicBezTo>
                <a:lnTo>
                  <a:pt x="147603" y="885600"/>
                </a:lnTo>
                <a:cubicBezTo>
                  <a:pt x="66084" y="885600"/>
                  <a:pt x="0" y="819516"/>
                  <a:pt x="0" y="737997"/>
                </a:cubicBezTo>
                <a:lnTo>
                  <a:pt x="0" y="14760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Medical Devices</a:t>
            </a:r>
          </a:p>
        </p:txBody>
      </p:sp>
      <p:sp>
        <p:nvSpPr>
          <p:cNvPr id="29" name="Forme libre : forme 28">
            <a:extLst>
              <a:ext uri="{FF2B5EF4-FFF2-40B4-BE49-F238E27FC236}">
                <a16:creationId xmlns:a16="http://schemas.microsoft.com/office/drawing/2014/main" id="{D7E21CF1-2932-43C3-A182-BA3FC80B24B1}"/>
              </a:ext>
            </a:extLst>
          </p:cNvPr>
          <p:cNvSpPr/>
          <p:nvPr/>
        </p:nvSpPr>
        <p:spPr>
          <a:xfrm>
            <a:off x="5483997" y="2108728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Advance Directives</a:t>
            </a:r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4557AEBE-BBE3-4C10-8D73-43FF56397545}"/>
              </a:ext>
            </a:extLst>
          </p:cNvPr>
          <p:cNvSpPr/>
          <p:nvPr/>
        </p:nvSpPr>
        <p:spPr>
          <a:xfrm>
            <a:off x="5483997" y="278261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Functional Status</a:t>
            </a:r>
          </a:p>
        </p:txBody>
      </p:sp>
      <p:sp>
        <p:nvSpPr>
          <p:cNvPr id="31" name="Forme libre : forme 30">
            <a:extLst>
              <a:ext uri="{FF2B5EF4-FFF2-40B4-BE49-F238E27FC236}">
                <a16:creationId xmlns:a16="http://schemas.microsoft.com/office/drawing/2014/main" id="{C1935C84-B9BE-48C7-A36A-4BA1B525FC9B}"/>
              </a:ext>
            </a:extLst>
          </p:cNvPr>
          <p:cNvSpPr/>
          <p:nvPr/>
        </p:nvSpPr>
        <p:spPr>
          <a:xfrm>
            <a:off x="7121929" y="4147137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</a:rPr>
              <a:t>Pregnancy</a:t>
            </a:r>
            <a:endParaRPr lang="en-US" sz="14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9992DE88-B9A5-4F42-9E05-A13CF1870E87}"/>
              </a:ext>
            </a:extLst>
          </p:cNvPr>
          <p:cNvSpPr/>
          <p:nvPr/>
        </p:nvSpPr>
        <p:spPr>
          <a:xfrm>
            <a:off x="7121928" y="3462404"/>
            <a:ext cx="1437273" cy="576072"/>
          </a:xfrm>
          <a:custGeom>
            <a:avLst/>
            <a:gdLst>
              <a:gd name="connsiteX0" fmla="*/ 0 w 1916364"/>
              <a:gd name="connsiteY0" fmla="*/ 147604 h 885605"/>
              <a:gd name="connsiteX1" fmla="*/ 147604 w 1916364"/>
              <a:gd name="connsiteY1" fmla="*/ 0 h 885605"/>
              <a:gd name="connsiteX2" fmla="*/ 1768760 w 1916364"/>
              <a:gd name="connsiteY2" fmla="*/ 0 h 885605"/>
              <a:gd name="connsiteX3" fmla="*/ 1916364 w 1916364"/>
              <a:gd name="connsiteY3" fmla="*/ 147604 h 885605"/>
              <a:gd name="connsiteX4" fmla="*/ 1916364 w 1916364"/>
              <a:gd name="connsiteY4" fmla="*/ 738001 h 885605"/>
              <a:gd name="connsiteX5" fmla="*/ 1768760 w 1916364"/>
              <a:gd name="connsiteY5" fmla="*/ 885605 h 885605"/>
              <a:gd name="connsiteX6" fmla="*/ 147604 w 1916364"/>
              <a:gd name="connsiteY6" fmla="*/ 885605 h 885605"/>
              <a:gd name="connsiteX7" fmla="*/ 0 w 1916364"/>
              <a:gd name="connsiteY7" fmla="*/ 738001 h 885605"/>
              <a:gd name="connsiteX8" fmla="*/ 0 w 1916364"/>
              <a:gd name="connsiteY8" fmla="*/ 147604 h 885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85605">
                <a:moveTo>
                  <a:pt x="0" y="147604"/>
                </a:moveTo>
                <a:cubicBezTo>
                  <a:pt x="0" y="66085"/>
                  <a:pt x="66085" y="0"/>
                  <a:pt x="147604" y="0"/>
                </a:cubicBezTo>
                <a:lnTo>
                  <a:pt x="1768760" y="0"/>
                </a:lnTo>
                <a:cubicBezTo>
                  <a:pt x="1850279" y="0"/>
                  <a:pt x="1916364" y="66085"/>
                  <a:pt x="1916364" y="147604"/>
                </a:cubicBezTo>
                <a:lnTo>
                  <a:pt x="1916364" y="738001"/>
                </a:lnTo>
                <a:cubicBezTo>
                  <a:pt x="1916364" y="819520"/>
                  <a:pt x="1850279" y="885605"/>
                  <a:pt x="1768760" y="885605"/>
                </a:cubicBezTo>
                <a:lnTo>
                  <a:pt x="147604" y="885605"/>
                </a:lnTo>
                <a:cubicBezTo>
                  <a:pt x="66085" y="885605"/>
                  <a:pt x="0" y="819520"/>
                  <a:pt x="0" y="738001"/>
                </a:cubicBezTo>
                <a:lnTo>
                  <a:pt x="0" y="147604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Plan of Care</a:t>
            </a:r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A1CA87B-DCCE-4A78-9B33-A371872550AA}"/>
              </a:ext>
            </a:extLst>
          </p:cNvPr>
          <p:cNvSpPr/>
          <p:nvPr/>
        </p:nvSpPr>
        <p:spPr>
          <a:xfrm>
            <a:off x="7121930" y="2108728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Alerts</a:t>
            </a:r>
            <a:endParaRPr lang="en-US" sz="105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A913B4A7-CE46-4AC0-93A7-EE5AEDE7B3C0}"/>
              </a:ext>
            </a:extLst>
          </p:cNvPr>
          <p:cNvSpPr/>
          <p:nvPr/>
        </p:nvSpPr>
        <p:spPr>
          <a:xfrm>
            <a:off x="7121930" y="278261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History of 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Past Problems</a:t>
            </a:r>
          </a:p>
        </p:txBody>
      </p:sp>
      <p:sp>
        <p:nvSpPr>
          <p:cNvPr id="36" name="Forme libre : forme 35">
            <a:extLst>
              <a:ext uri="{FF2B5EF4-FFF2-40B4-BE49-F238E27FC236}">
                <a16:creationId xmlns:a16="http://schemas.microsoft.com/office/drawing/2014/main" id="{0DC96E65-7FDF-4424-AF3B-C60B69059751}"/>
              </a:ext>
            </a:extLst>
          </p:cNvPr>
          <p:cNvSpPr/>
          <p:nvPr/>
        </p:nvSpPr>
        <p:spPr>
          <a:xfrm>
            <a:off x="5483997" y="3462404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92D05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9" tIns="83859" rIns="83859" bIns="83859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Patient Story</a:t>
            </a:r>
          </a:p>
        </p:txBody>
      </p:sp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C525584B-E912-9D4B-B9AB-70638B16221A}"/>
              </a:ext>
            </a:extLst>
          </p:cNvPr>
          <p:cNvSpPr txBox="1">
            <a:spLocks/>
          </p:cNvSpPr>
          <p:nvPr/>
        </p:nvSpPr>
        <p:spPr>
          <a:xfrm>
            <a:off x="570706" y="1548606"/>
            <a:ext cx="1437273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Document Information</a:t>
            </a:r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EC219C7E-713B-2C42-BD72-A501C0432AEA}"/>
              </a:ext>
            </a:extLst>
          </p:cNvPr>
          <p:cNvSpPr txBox="1">
            <a:spLocks/>
          </p:cNvSpPr>
          <p:nvPr/>
        </p:nvSpPr>
        <p:spPr>
          <a:xfrm>
            <a:off x="2234627" y="1631952"/>
            <a:ext cx="1332812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Required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C8CE6068-13E4-584E-B455-ECD48D4C03DE}"/>
              </a:ext>
            </a:extLst>
          </p:cNvPr>
          <p:cNvSpPr txBox="1">
            <a:spLocks/>
          </p:cNvSpPr>
          <p:nvPr/>
        </p:nvSpPr>
        <p:spPr>
          <a:xfrm>
            <a:off x="3586811" y="1631952"/>
            <a:ext cx="1944216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Recommended</a:t>
            </a:r>
          </a:p>
        </p:txBody>
      </p:sp>
      <p:sp>
        <p:nvSpPr>
          <p:cNvPr id="23" name="Inhaltsplatzhalter 2">
            <a:extLst>
              <a:ext uri="{FF2B5EF4-FFF2-40B4-BE49-F238E27FC236}">
                <a16:creationId xmlns:a16="http://schemas.microsoft.com/office/drawing/2014/main" id="{D7DF8F5E-8666-E843-9062-F4029509F061}"/>
              </a:ext>
            </a:extLst>
          </p:cNvPr>
          <p:cNvSpPr txBox="1">
            <a:spLocks/>
          </p:cNvSpPr>
          <p:nvPr/>
        </p:nvSpPr>
        <p:spPr>
          <a:xfrm>
            <a:off x="6152685" y="1604144"/>
            <a:ext cx="1770979" cy="32655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b="1" dirty="0">
                <a:latin typeface="Aptos" panose="020B0004020202020204" pitchFamily="34" charset="0"/>
              </a:rPr>
              <a:t>Optional</a:t>
            </a:r>
          </a:p>
        </p:txBody>
      </p:sp>
      <p:sp>
        <p:nvSpPr>
          <p:cNvPr id="12" name="Titolo 11">
            <a:extLst>
              <a:ext uri="{FF2B5EF4-FFF2-40B4-BE49-F238E27FC236}">
                <a16:creationId xmlns:a16="http://schemas.microsoft.com/office/drawing/2014/main" id="{83B4930D-132B-450D-995A-AAA89276B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latin typeface="Aptos" panose="020B0004020202020204" pitchFamily="34" charset="0"/>
              </a:rPr>
              <a:t>The IPS Composition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4" name="Forme libre : forme 35">
            <a:extLst>
              <a:ext uri="{FF2B5EF4-FFF2-40B4-BE49-F238E27FC236}">
                <a16:creationId xmlns:a16="http://schemas.microsoft.com/office/drawing/2014/main" id="{53F6E2E3-FD38-AFB2-7C3A-EDA087DDFDDA}"/>
              </a:ext>
            </a:extLst>
          </p:cNvPr>
          <p:cNvSpPr/>
          <p:nvPr/>
        </p:nvSpPr>
        <p:spPr>
          <a:xfrm>
            <a:off x="3836538" y="4821276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Social History</a:t>
            </a:r>
            <a:b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US" sz="1000" dirty="0">
                <a:solidFill>
                  <a:srgbClr val="FFFFFF"/>
                </a:solidFill>
                <a:latin typeface="Aptos" panose="020B0004020202020204" pitchFamily="34" charset="0"/>
              </a:rPr>
              <a:t>Smoking + Alcohol Use</a:t>
            </a:r>
          </a:p>
        </p:txBody>
      </p:sp>
      <p:sp>
        <p:nvSpPr>
          <p:cNvPr id="9" name="Forme libre : forme 35">
            <a:extLst>
              <a:ext uri="{FF2B5EF4-FFF2-40B4-BE49-F238E27FC236}">
                <a16:creationId xmlns:a16="http://schemas.microsoft.com/office/drawing/2014/main" id="{DD1D32FB-0ACC-876A-89F8-E4AE19DB8A4F}"/>
              </a:ext>
            </a:extLst>
          </p:cNvPr>
          <p:cNvSpPr/>
          <p:nvPr/>
        </p:nvSpPr>
        <p:spPr>
          <a:xfrm>
            <a:off x="3836538" y="5495167"/>
            <a:ext cx="1437273" cy="576072"/>
          </a:xfrm>
          <a:custGeom>
            <a:avLst/>
            <a:gdLst>
              <a:gd name="connsiteX0" fmla="*/ 0 w 1916364"/>
              <a:gd name="connsiteY0" fmla="*/ 149813 h 898862"/>
              <a:gd name="connsiteX1" fmla="*/ 149813 w 1916364"/>
              <a:gd name="connsiteY1" fmla="*/ 0 h 898862"/>
              <a:gd name="connsiteX2" fmla="*/ 1766551 w 1916364"/>
              <a:gd name="connsiteY2" fmla="*/ 0 h 898862"/>
              <a:gd name="connsiteX3" fmla="*/ 1916364 w 1916364"/>
              <a:gd name="connsiteY3" fmla="*/ 149813 h 898862"/>
              <a:gd name="connsiteX4" fmla="*/ 1916364 w 1916364"/>
              <a:gd name="connsiteY4" fmla="*/ 749049 h 898862"/>
              <a:gd name="connsiteX5" fmla="*/ 1766551 w 1916364"/>
              <a:gd name="connsiteY5" fmla="*/ 898862 h 898862"/>
              <a:gd name="connsiteX6" fmla="*/ 149813 w 1916364"/>
              <a:gd name="connsiteY6" fmla="*/ 898862 h 898862"/>
              <a:gd name="connsiteX7" fmla="*/ 0 w 1916364"/>
              <a:gd name="connsiteY7" fmla="*/ 749049 h 898862"/>
              <a:gd name="connsiteX8" fmla="*/ 0 w 1916364"/>
              <a:gd name="connsiteY8" fmla="*/ 149813 h 898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916364" h="898862">
                <a:moveTo>
                  <a:pt x="0" y="149813"/>
                </a:moveTo>
                <a:cubicBezTo>
                  <a:pt x="0" y="67074"/>
                  <a:pt x="67074" y="0"/>
                  <a:pt x="149813" y="0"/>
                </a:cubicBezTo>
                <a:lnTo>
                  <a:pt x="1766551" y="0"/>
                </a:lnTo>
                <a:cubicBezTo>
                  <a:pt x="1849290" y="0"/>
                  <a:pt x="1916364" y="67074"/>
                  <a:pt x="1916364" y="149813"/>
                </a:cubicBezTo>
                <a:lnTo>
                  <a:pt x="1916364" y="749049"/>
                </a:lnTo>
                <a:cubicBezTo>
                  <a:pt x="1916364" y="831788"/>
                  <a:pt x="1849290" y="898862"/>
                  <a:pt x="1766551" y="898862"/>
                </a:cubicBezTo>
                <a:lnTo>
                  <a:pt x="149813" y="898862"/>
                </a:lnTo>
                <a:cubicBezTo>
                  <a:pt x="67074" y="898862"/>
                  <a:pt x="0" y="831788"/>
                  <a:pt x="0" y="749049"/>
                </a:cubicBezTo>
                <a:lnTo>
                  <a:pt x="0" y="149813"/>
                </a:lnTo>
                <a:close/>
              </a:path>
            </a:pathLst>
          </a:custGeom>
          <a:solidFill>
            <a:srgbClr val="FFA72A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1200000"/>
            </a:lightRig>
          </a:scene3d>
          <a:sp3d contourW="19050" prstMaterial="metal">
            <a:bevelT w="88900" h="203200"/>
            <a:bevelB w="165100" h="254000"/>
          </a:sp3d>
        </p:spPr>
        <p:style>
          <a:lnRef idx="0">
            <a:scrgbClr r="0" g="0" b="0"/>
          </a:lnRef>
          <a:fillRef idx="3">
            <a:scrgbClr r="0" g="0" b="0"/>
          </a:fillRef>
          <a:effectRef idx="2">
            <a:scrgbClr r="0" g="0" b="0"/>
          </a:effectRef>
          <a:fontRef idx="minor">
            <a:schemeClr val="lt1"/>
          </a:fontRef>
        </p:style>
        <p:txBody>
          <a:bodyPr spcFirstLastPara="0" vert="horz" wrap="square" lIns="83858" tIns="83858" rIns="83858" bIns="83858" numCol="1" spcCol="1270" anchor="ctr" anchorCtr="0">
            <a:noAutofit/>
          </a:bodyPr>
          <a:lstStyle/>
          <a:p>
            <a:pPr defTabSz="600075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400" b="1" dirty="0">
                <a:solidFill>
                  <a:srgbClr val="FFFFFF"/>
                </a:solidFill>
                <a:latin typeface="Aptos" panose="020B0004020202020204" pitchFamily="34" charset="0"/>
              </a:rPr>
              <a:t>Vital Signs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619E89-3C32-1B10-D60A-33ADA8074109}"/>
              </a:ext>
            </a:extLst>
          </p:cNvPr>
          <p:cNvSpPr txBox="1"/>
          <p:nvPr/>
        </p:nvSpPr>
        <p:spPr>
          <a:xfrm>
            <a:off x="1187624" y="498637"/>
            <a:ext cx="69509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latin typeface="Aptos" panose="020B0004020202020204" pitchFamily="34" charset="0"/>
              </a:rPr>
              <a:t>The US-PCS Composition</a:t>
            </a:r>
          </a:p>
        </p:txBody>
      </p:sp>
    </p:spTree>
    <p:extLst>
      <p:ext uri="{BB962C8B-B14F-4D97-AF65-F5344CB8AC3E}">
        <p14:creationId xmlns:p14="http://schemas.microsoft.com/office/powerpoint/2010/main" val="586627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53C72-834F-478F-9555-1EBED2510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48E15D-3259-DB65-51B0-268431514C87}"/>
              </a:ext>
            </a:extLst>
          </p:cNvPr>
          <p:cNvSpPr/>
          <p:nvPr/>
        </p:nvSpPr>
        <p:spPr>
          <a:xfrm>
            <a:off x="2993603" y="2059417"/>
            <a:ext cx="3259567" cy="1654125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endParaRPr lang="en-US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AAF7DD-4F74-D96C-0D0B-307E0DD1DC8F}"/>
              </a:ext>
            </a:extLst>
          </p:cNvPr>
          <p:cNvSpPr/>
          <p:nvPr/>
        </p:nvSpPr>
        <p:spPr>
          <a:xfrm>
            <a:off x="3808244" y="2331047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Bundle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BF1F3C9-AA86-1BE3-BF37-04E7D7489CDE}"/>
              </a:ext>
            </a:extLst>
          </p:cNvPr>
          <p:cNvSpPr/>
          <p:nvPr/>
        </p:nvSpPr>
        <p:spPr>
          <a:xfrm>
            <a:off x="3808244" y="3049568"/>
            <a:ext cx="1655124" cy="43165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srgbClr val="00B0F0"/>
                </a:solidFill>
                <a:latin typeface="Aptos" panose="02110004020202020204"/>
              </a:rPr>
              <a:t>Composition</a:t>
            </a:r>
            <a:endParaRPr lang="en-US" sz="1350" dirty="0">
              <a:solidFill>
                <a:srgbClr val="00B0F0"/>
              </a:solidFill>
              <a:latin typeface="Aptos" panose="02110004020202020204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5E5FC4D-8D7D-6812-1438-06B1F6BAB281}"/>
              </a:ext>
            </a:extLst>
          </p:cNvPr>
          <p:cNvSpPr/>
          <p:nvPr/>
        </p:nvSpPr>
        <p:spPr>
          <a:xfrm>
            <a:off x="3808244" y="4208537"/>
            <a:ext cx="1655122" cy="94801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b="1" dirty="0">
                <a:solidFill>
                  <a:prstClr val="black"/>
                </a:solidFill>
                <a:latin typeface="Aptos" panose="02110004020202020204"/>
              </a:rPr>
              <a:t>Clinical Resource Profiles</a:t>
            </a:r>
            <a:endParaRPr lang="en-US" sz="1350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BF6E78-65EF-8123-1ED0-5B8CEB923B56}"/>
              </a:ext>
            </a:extLst>
          </p:cNvPr>
          <p:cNvSpPr txBox="1"/>
          <p:nvPr/>
        </p:nvSpPr>
        <p:spPr>
          <a:xfrm>
            <a:off x="2993603" y="1570402"/>
            <a:ext cx="3259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400" b="1" dirty="0">
                <a:solidFill>
                  <a:srgbClr val="00B0F0"/>
                </a:solidFill>
                <a:latin typeface="Aptos" panose="02110004020202020204"/>
              </a:rPr>
              <a:t>US-PCS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377CDA0-7119-D724-2FBB-6E1D49736EA1}"/>
              </a:ext>
            </a:extLst>
          </p:cNvPr>
          <p:cNvCxnSpPr>
            <a:cxnSpLocks/>
          </p:cNvCxnSpPr>
          <p:nvPr/>
        </p:nvCxnSpPr>
        <p:spPr>
          <a:xfrm>
            <a:off x="2533499" y="4708767"/>
            <a:ext cx="105139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7D6ADD7-6E9E-360A-14A8-143B706721DC}"/>
              </a:ext>
            </a:extLst>
          </p:cNvPr>
          <p:cNvSpPr txBox="1"/>
          <p:nvPr/>
        </p:nvSpPr>
        <p:spPr>
          <a:xfrm>
            <a:off x="726976" y="4498167"/>
            <a:ext cx="182983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85800"/>
            <a:r>
              <a:rPr lang="en-US" sz="2100" b="1" dirty="0">
                <a:solidFill>
                  <a:srgbClr val="C00000"/>
                </a:solidFill>
                <a:latin typeface="Aptos" panose="02110004020202020204"/>
              </a:rPr>
              <a:t>US Core 6.1.0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95549F-DC59-D290-E219-E621F8A1116A}"/>
              </a:ext>
            </a:extLst>
          </p:cNvPr>
          <p:cNvSpPr txBox="1"/>
          <p:nvPr/>
        </p:nvSpPr>
        <p:spPr>
          <a:xfrm>
            <a:off x="750564" y="2517120"/>
            <a:ext cx="18271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FHIR Clinical </a:t>
            </a:r>
            <a:br>
              <a:rPr lang="en-US" sz="2100" b="1" dirty="0">
                <a:solidFill>
                  <a:prstClr val="black"/>
                </a:solidFill>
                <a:latin typeface="Aptos" panose="02110004020202020204"/>
              </a:rPr>
            </a:br>
            <a:r>
              <a:rPr lang="en-US" sz="2100" b="1" dirty="0">
                <a:solidFill>
                  <a:prstClr val="black"/>
                </a:solidFill>
                <a:latin typeface="Aptos" panose="02110004020202020204"/>
              </a:rPr>
              <a:t>Documents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6F0691-8B36-382F-8F2E-2FF703E7A67A}"/>
              </a:ext>
            </a:extLst>
          </p:cNvPr>
          <p:cNvSpPr txBox="1"/>
          <p:nvPr/>
        </p:nvSpPr>
        <p:spPr>
          <a:xfrm>
            <a:off x="872082" y="1570402"/>
            <a:ext cx="166141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Inherits from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CB826C3-610A-2D09-D8B8-AFB5579F8F90}"/>
              </a:ext>
            </a:extLst>
          </p:cNvPr>
          <p:cNvSpPr txBox="1"/>
          <p:nvPr/>
        </p:nvSpPr>
        <p:spPr>
          <a:xfrm>
            <a:off x="7257802" y="1570402"/>
            <a:ext cx="1173976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685800"/>
            <a:r>
              <a:rPr lang="en-US" sz="2100" i="1" dirty="0">
                <a:solidFill>
                  <a:prstClr val="black">
                    <a:lumMod val="50000"/>
                    <a:lumOff val="50000"/>
                  </a:prstClr>
                </a:solidFill>
                <a:latin typeface="Aptos" panose="02110004020202020204"/>
              </a:rPr>
              <a:t>Aligns to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AD17CCC-0059-0B6C-7257-3F51E764A3C1}"/>
              </a:ext>
            </a:extLst>
          </p:cNvPr>
          <p:cNvCxnSpPr>
            <a:cxnSpLocks/>
          </p:cNvCxnSpPr>
          <p:nvPr/>
        </p:nvCxnSpPr>
        <p:spPr>
          <a:xfrm>
            <a:off x="5686723" y="2551628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36E426E-6FDF-BDAF-DB71-53DED35FD02D}"/>
              </a:ext>
            </a:extLst>
          </p:cNvPr>
          <p:cNvSpPr txBox="1"/>
          <p:nvPr/>
        </p:nvSpPr>
        <p:spPr>
          <a:xfrm>
            <a:off x="6694164" y="2369597"/>
            <a:ext cx="2054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Bundle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7FD9A42-EEE4-010F-E02F-D340FE3F3C45}"/>
              </a:ext>
            </a:extLst>
          </p:cNvPr>
          <p:cNvCxnSpPr>
            <a:cxnSpLocks/>
          </p:cNvCxnSpPr>
          <p:nvPr/>
        </p:nvCxnSpPr>
        <p:spPr>
          <a:xfrm>
            <a:off x="5686723" y="3279435"/>
            <a:ext cx="1007441" cy="0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C21D359-DD9E-72AB-308E-3AAB707267EF}"/>
              </a:ext>
            </a:extLst>
          </p:cNvPr>
          <p:cNvSpPr txBox="1"/>
          <p:nvPr/>
        </p:nvSpPr>
        <p:spPr>
          <a:xfrm>
            <a:off x="6694165" y="3083228"/>
            <a:ext cx="2126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85800"/>
            <a:r>
              <a:rPr lang="en-US" b="1" dirty="0">
                <a:solidFill>
                  <a:srgbClr val="FFC000"/>
                </a:solidFill>
                <a:latin typeface="Aptos" panose="02110004020202020204"/>
              </a:rPr>
              <a:t>IPS Composition</a:t>
            </a:r>
            <a:endParaRPr lang="en-US" b="1" dirty="0">
              <a:solidFill>
                <a:srgbClr val="00B050"/>
              </a:solidFill>
              <a:latin typeface="Aptos" panose="02110004020202020204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7A2489-072A-6371-8E59-00666D66FB88}"/>
              </a:ext>
            </a:extLst>
          </p:cNvPr>
          <p:cNvCxnSpPr>
            <a:cxnSpLocks/>
          </p:cNvCxnSpPr>
          <p:nvPr/>
        </p:nvCxnSpPr>
        <p:spPr>
          <a:xfrm>
            <a:off x="4639864" y="3614888"/>
            <a:ext cx="0" cy="537368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03D5E92-2BB0-8B21-DA7C-51A11932E932}"/>
              </a:ext>
            </a:extLst>
          </p:cNvPr>
          <p:cNvSpPr txBox="1"/>
          <p:nvPr/>
        </p:nvSpPr>
        <p:spPr>
          <a:xfrm>
            <a:off x="4710858" y="3687320"/>
            <a:ext cx="33175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Sections specify US Core when available</a:t>
            </a:r>
          </a:p>
          <a:p>
            <a:r>
              <a:rPr lang="en-US" sz="1400" i="1" dirty="0"/>
              <a:t>Otherwise, default to </a:t>
            </a:r>
            <a:r>
              <a:rPr lang="en-US" sz="1400" i="1"/>
              <a:t>IPS profiles</a:t>
            </a:r>
            <a:endParaRPr lang="en-US" sz="1400" i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DD33F4-65E0-2D6E-7B2C-21EAC17064EE}"/>
              </a:ext>
            </a:extLst>
          </p:cNvPr>
          <p:cNvSpPr txBox="1"/>
          <p:nvPr/>
        </p:nvSpPr>
        <p:spPr>
          <a:xfrm>
            <a:off x="6548200" y="4326039"/>
            <a:ext cx="22281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Variances between US Core and IPS Profiles to be documented in US-PCS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BC78EDC7-F0E9-85EC-99AB-54BDEE443C55}"/>
              </a:ext>
            </a:extLst>
          </p:cNvPr>
          <p:cNvSpPr/>
          <p:nvPr/>
        </p:nvSpPr>
        <p:spPr>
          <a:xfrm>
            <a:off x="2483769" y="2444336"/>
            <a:ext cx="432048" cy="918461"/>
          </a:xfrm>
          <a:prstGeom prst="leftBrac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110075"/>
      </p:ext>
    </p:extLst>
  </p:cSld>
  <p:clrMapOvr>
    <a:masterClrMapping/>
  </p:clrMapOvr>
</p:sld>
</file>

<file path=ppt/theme/theme1.xml><?xml version="1.0" encoding="utf-8"?>
<a:theme xmlns:a="http://schemas.openxmlformats.org/drawingml/2006/main" name="Refined">
  <a:themeElements>
    <a:clrScheme name="Refined 6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CC3300"/>
      </a:accent1>
      <a:accent2>
        <a:srgbClr val="666699"/>
      </a:accent2>
      <a:accent3>
        <a:srgbClr val="FFFFFF"/>
      </a:accent3>
      <a:accent4>
        <a:srgbClr val="000000"/>
      </a:accent4>
      <a:accent5>
        <a:srgbClr val="E2ADAA"/>
      </a:accent5>
      <a:accent6>
        <a:srgbClr val="5C5C8A"/>
      </a:accent6>
      <a:hlink>
        <a:srgbClr val="999900"/>
      </a:hlink>
      <a:folHlink>
        <a:srgbClr val="4D4D4D"/>
      </a:folHlink>
    </a:clrScheme>
    <a:fontScheme name="Refined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Refined 1">
        <a:dk1>
          <a:srgbClr val="666633"/>
        </a:dk1>
        <a:lt1>
          <a:srgbClr val="FFFFFF"/>
        </a:lt1>
        <a:dk2>
          <a:srgbClr val="000000"/>
        </a:dk2>
        <a:lt2>
          <a:srgbClr val="FFFFFF"/>
        </a:lt2>
        <a:accent1>
          <a:srgbClr val="666699"/>
        </a:accent1>
        <a:accent2>
          <a:srgbClr val="990000"/>
        </a:accent2>
        <a:accent3>
          <a:srgbClr val="AAAAAA"/>
        </a:accent3>
        <a:accent4>
          <a:srgbClr val="DADADA"/>
        </a:accent4>
        <a:accent5>
          <a:srgbClr val="B8B8CA"/>
        </a:accent5>
        <a:accent6>
          <a:srgbClr val="8A0000"/>
        </a:accent6>
        <a:hlink>
          <a:srgbClr val="99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2">
        <a:dk1>
          <a:srgbClr val="4D4D4D"/>
        </a:dk1>
        <a:lt1>
          <a:srgbClr val="FFFFFF"/>
        </a:lt1>
        <a:dk2>
          <a:srgbClr val="4A1102"/>
        </a:dk2>
        <a:lt2>
          <a:srgbClr val="FFFFFF"/>
        </a:lt2>
        <a:accent1>
          <a:srgbClr val="CC3300"/>
        </a:accent1>
        <a:accent2>
          <a:srgbClr val="666699"/>
        </a:accent2>
        <a:accent3>
          <a:srgbClr val="B1AAAA"/>
        </a:accent3>
        <a:accent4>
          <a:srgbClr val="DADADA"/>
        </a:accent4>
        <a:accent5>
          <a:srgbClr val="E2ADAA"/>
        </a:accent5>
        <a:accent6>
          <a:srgbClr val="5C5C8A"/>
        </a:accent6>
        <a:hlink>
          <a:srgbClr val="FF99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3">
        <a:dk1>
          <a:srgbClr val="666699"/>
        </a:dk1>
        <a:lt1>
          <a:srgbClr val="FFFFFF"/>
        </a:lt1>
        <a:dk2>
          <a:srgbClr val="400040"/>
        </a:dk2>
        <a:lt2>
          <a:srgbClr val="FFFFFF"/>
        </a:lt2>
        <a:accent1>
          <a:srgbClr val="FFCC00"/>
        </a:accent1>
        <a:accent2>
          <a:srgbClr val="FF3300"/>
        </a:accent2>
        <a:accent3>
          <a:srgbClr val="AFAAAF"/>
        </a:accent3>
        <a:accent4>
          <a:srgbClr val="DADADA"/>
        </a:accent4>
        <a:accent5>
          <a:srgbClr val="FFE2AA"/>
        </a:accent5>
        <a:accent6>
          <a:srgbClr val="E72D00"/>
        </a:accent6>
        <a:hlink>
          <a:srgbClr val="CC9900"/>
        </a:hlink>
        <a:folHlink>
          <a:srgbClr val="CC33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4">
        <a:dk1>
          <a:srgbClr val="4D4D4D"/>
        </a:dk1>
        <a:lt1>
          <a:srgbClr val="FFFFFF"/>
        </a:lt1>
        <a:dk2>
          <a:srgbClr val="006699"/>
        </a:dk2>
        <a:lt2>
          <a:srgbClr val="CCECFF"/>
        </a:lt2>
        <a:accent1>
          <a:srgbClr val="339966"/>
        </a:accent1>
        <a:accent2>
          <a:srgbClr val="3366FF"/>
        </a:accent2>
        <a:accent3>
          <a:srgbClr val="AAB8CA"/>
        </a:accent3>
        <a:accent4>
          <a:srgbClr val="DADADA"/>
        </a:accent4>
        <a:accent5>
          <a:srgbClr val="ADCAB8"/>
        </a:accent5>
        <a:accent6>
          <a:srgbClr val="2D5CE7"/>
        </a:accent6>
        <a:hlink>
          <a:srgbClr val="33CCFF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Refined 5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FF66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B8AA"/>
        </a:accent5>
        <a:accent6>
          <a:srgbClr val="E78A2D"/>
        </a:accent6>
        <a:hlink>
          <a:srgbClr val="FFCC00"/>
        </a:hlink>
        <a:folHlink>
          <a:srgbClr val="3333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6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CC3300"/>
        </a:accent1>
        <a:accent2>
          <a:srgbClr val="666699"/>
        </a:accent2>
        <a:accent3>
          <a:srgbClr val="FFFFFF"/>
        </a:accent3>
        <a:accent4>
          <a:srgbClr val="000000"/>
        </a:accent4>
        <a:accent5>
          <a:srgbClr val="E2ADAA"/>
        </a:accent5>
        <a:accent6>
          <a:srgbClr val="5C5C8A"/>
        </a:accent6>
        <a:hlink>
          <a:srgbClr val="999900"/>
        </a:hlink>
        <a:folHlink>
          <a:srgbClr val="4D4D4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Refined 7">
        <a:dk1>
          <a:srgbClr val="000000"/>
        </a:dk1>
        <a:lt1>
          <a:srgbClr val="FFFFFF"/>
        </a:lt1>
        <a:dk2>
          <a:srgbClr val="000066"/>
        </a:dk2>
        <a:lt2>
          <a:srgbClr val="333399"/>
        </a:lt2>
        <a:accent1>
          <a:srgbClr val="3399FF"/>
        </a:accent1>
        <a:accent2>
          <a:srgbClr val="9999FF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8AE7"/>
        </a:accent6>
        <a:hlink>
          <a:srgbClr val="00CCFF"/>
        </a:hlink>
        <a:folHlink>
          <a:srgbClr val="5F5F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Ambassador HL7 Power Point Template 2012</Template>
  <TotalTime>63107</TotalTime>
  <Words>154</Words>
  <Application>Microsoft Office PowerPoint</Application>
  <PresentationFormat>On-screen Show (4:3)</PresentationFormat>
  <Paragraphs>56</Paragraphs>
  <Slides>3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Georgia</vt:lpstr>
      <vt:lpstr>Times New Roman</vt:lpstr>
      <vt:lpstr>Verdana</vt:lpstr>
      <vt:lpstr>Wingdings</vt:lpstr>
      <vt:lpstr>Refined</vt:lpstr>
      <vt:lpstr>Office Theme</vt:lpstr>
      <vt:lpstr>Photo Editor Photo</vt:lpstr>
      <vt:lpstr>PowerPoint Presentation</vt:lpstr>
      <vt:lpstr>The IPS Composition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FHIR Webinar</dc:title>
  <dc:creator>Grahame</dc:creator>
  <cp:lastModifiedBy>John DAmore</cp:lastModifiedBy>
  <cp:revision>2005</cp:revision>
  <dcterms:created xsi:type="dcterms:W3CDTF">2012-12-03T20:41:34Z</dcterms:created>
  <dcterms:modified xsi:type="dcterms:W3CDTF">2026-02-09T13:53:25Z</dcterms:modified>
</cp:coreProperties>
</file>