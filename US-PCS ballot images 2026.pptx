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8"/>
  </p:notesMasterIdLst>
  <p:sldIdLst>
    <p:sldId id="806" r:id="rId3"/>
    <p:sldId id="808" r:id="rId4"/>
    <p:sldId id="802" r:id="rId5"/>
    <p:sldId id="803" r:id="rId6"/>
    <p:sldId id="80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D1D49B2-C01F-438C-A1BE-F96EC5A09F44}">
          <p14:sldIdLst>
            <p14:sldId id="806"/>
            <p14:sldId id="808"/>
            <p14:sldId id="802"/>
            <p14:sldId id="803"/>
            <p14:sldId id="8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orient="horz" pos="15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C9FB"/>
    <a:srgbClr val="F3E6CD"/>
    <a:srgbClr val="E1C387"/>
    <a:srgbClr val="AE832C"/>
    <a:srgbClr val="FF9875"/>
    <a:srgbClr val="EAD6AC"/>
    <a:srgbClr val="54A831"/>
    <a:srgbClr val="E86328"/>
    <a:srgbClr val="CAD404"/>
    <a:srgbClr val="F7D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C79445-217A-4049-A263-C1F1F47086FA}" v="1" dt="2026-02-06T16:54:38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18" autoAdjust="0"/>
    <p:restoredTop sz="89677" autoAdjust="0"/>
  </p:normalViewPr>
  <p:slideViewPr>
    <p:cSldViewPr>
      <p:cViewPr varScale="1">
        <p:scale>
          <a:sx n="135" d="100"/>
          <a:sy n="135" d="100"/>
        </p:scale>
        <p:origin x="2862" y="114"/>
      </p:cViewPr>
      <p:guideLst>
        <p:guide orient="horz" pos="2160"/>
        <p:guide pos="2880"/>
        <p:guide orient="horz" pos="2795"/>
        <p:guide orient="horz" pos="15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DAmore" userId="6c907a5d-b0f9-4fba-9ed8-239ca07eb4c3" providerId="ADAL" clId="{0BA83315-BFC7-48B5-B840-776AC1EF4761}"/>
    <pc:docChg chg="undo custSel addSld delSld modSld sldOrd modSection">
      <pc:chgData name="John DAmore" userId="6c907a5d-b0f9-4fba-9ed8-239ca07eb4c3" providerId="ADAL" clId="{0BA83315-BFC7-48B5-B840-776AC1EF4761}" dt="2026-02-06T21:28:02.378" v="693" actId="1038"/>
      <pc:docMkLst>
        <pc:docMk/>
      </pc:docMkLst>
      <pc:sldChg chg="addSp delSp modSp add del mod">
        <pc:chgData name="John DAmore" userId="6c907a5d-b0f9-4fba-9ed8-239ca07eb4c3" providerId="ADAL" clId="{0BA83315-BFC7-48B5-B840-776AC1EF4761}" dt="2026-02-05T12:38:07.400" v="639" actId="1035"/>
        <pc:sldMkLst>
          <pc:docMk/>
          <pc:sldMk cId="544108224" sldId="256"/>
        </pc:sldMkLst>
        <pc:spChg chg="add mod">
          <ac:chgData name="John DAmore" userId="6c907a5d-b0f9-4fba-9ed8-239ca07eb4c3" providerId="ADAL" clId="{0BA83315-BFC7-48B5-B840-776AC1EF4761}" dt="2026-02-05T12:37:31.791" v="632" actId="1035"/>
          <ac:spMkLst>
            <pc:docMk/>
            <pc:sldMk cId="544108224" sldId="256"/>
            <ac:spMk id="2" creationId="{A09679CF-46A1-83D9-9AA2-18AF586750CC}"/>
          </ac:spMkLst>
        </pc:spChg>
        <pc:spChg chg="add del mod">
          <ac:chgData name="John DAmore" userId="6c907a5d-b0f9-4fba-9ed8-239ca07eb4c3" providerId="ADAL" clId="{0BA83315-BFC7-48B5-B840-776AC1EF4761}" dt="2026-02-05T12:35:32.937" v="621" actId="478"/>
          <ac:spMkLst>
            <pc:docMk/>
            <pc:sldMk cId="544108224" sldId="256"/>
            <ac:spMk id="5" creationId="{1971A7DE-37B6-271D-4572-AE8D7B3BB46A}"/>
          </ac:spMkLst>
        </pc:spChg>
        <pc:spChg chg="mod">
          <ac:chgData name="John DAmore" userId="6c907a5d-b0f9-4fba-9ed8-239ca07eb4c3" providerId="ADAL" clId="{0BA83315-BFC7-48B5-B840-776AC1EF4761}" dt="2026-02-04T18:43:34.781" v="168" actId="14100"/>
          <ac:spMkLst>
            <pc:docMk/>
            <pc:sldMk cId="544108224" sldId="256"/>
            <ac:spMk id="6" creationId="{807955C0-4C8D-94DA-5171-A601EC747947}"/>
          </ac:spMkLst>
        </pc:spChg>
        <pc:spChg chg="mod">
          <ac:chgData name="John DAmore" userId="6c907a5d-b0f9-4fba-9ed8-239ca07eb4c3" providerId="ADAL" clId="{0BA83315-BFC7-48B5-B840-776AC1EF4761}" dt="2026-02-05T12:37:54.883" v="637" actId="1035"/>
          <ac:spMkLst>
            <pc:docMk/>
            <pc:sldMk cId="544108224" sldId="256"/>
            <ac:spMk id="7" creationId="{95C171B9-1515-4E82-711C-6CD0EF2A5BC8}"/>
          </ac:spMkLst>
        </pc:spChg>
        <pc:spChg chg="mod">
          <ac:chgData name="John DAmore" userId="6c907a5d-b0f9-4fba-9ed8-239ca07eb4c3" providerId="ADAL" clId="{0BA83315-BFC7-48B5-B840-776AC1EF4761}" dt="2026-02-05T12:38:07.400" v="639" actId="1035"/>
          <ac:spMkLst>
            <pc:docMk/>
            <pc:sldMk cId="544108224" sldId="256"/>
            <ac:spMk id="8" creationId="{A9FAACDF-F4EB-D565-858E-B4211A573E2B}"/>
          </ac:spMkLst>
        </pc:spChg>
        <pc:spChg chg="mod">
          <ac:chgData name="John DAmore" userId="6c907a5d-b0f9-4fba-9ed8-239ca07eb4c3" providerId="ADAL" clId="{0BA83315-BFC7-48B5-B840-776AC1EF4761}" dt="2026-02-04T19:08:43.353" v="532" actId="1076"/>
          <ac:spMkLst>
            <pc:docMk/>
            <pc:sldMk cId="544108224" sldId="256"/>
            <ac:spMk id="9" creationId="{DF192149-A56A-71A1-F047-20AA0A259F92}"/>
          </ac:spMkLst>
        </pc:spChg>
        <pc:spChg chg="mod">
          <ac:chgData name="John DAmore" userId="6c907a5d-b0f9-4fba-9ed8-239ca07eb4c3" providerId="ADAL" clId="{0BA83315-BFC7-48B5-B840-776AC1EF4761}" dt="2026-02-04T19:08:43.353" v="532" actId="1076"/>
          <ac:spMkLst>
            <pc:docMk/>
            <pc:sldMk cId="544108224" sldId="256"/>
            <ac:spMk id="10" creationId="{0B78D462-4ACD-B6FC-F337-2929F4182B63}"/>
          </ac:spMkLst>
        </pc:spChg>
        <pc:spChg chg="mod">
          <ac:chgData name="John DAmore" userId="6c907a5d-b0f9-4fba-9ed8-239ca07eb4c3" providerId="ADAL" clId="{0BA83315-BFC7-48B5-B840-776AC1EF4761}" dt="2026-02-04T19:09:42.830" v="550" actId="552"/>
          <ac:spMkLst>
            <pc:docMk/>
            <pc:sldMk cId="544108224" sldId="256"/>
            <ac:spMk id="15" creationId="{6E37BDA2-EE5C-DD66-C96D-F16A6BAD064F}"/>
          </ac:spMkLst>
        </pc:spChg>
        <pc:spChg chg="mod">
          <ac:chgData name="John DAmore" userId="6c907a5d-b0f9-4fba-9ed8-239ca07eb4c3" providerId="ADAL" clId="{0BA83315-BFC7-48B5-B840-776AC1EF4761}" dt="2026-02-05T12:36:12.932" v="627" actId="1076"/>
          <ac:spMkLst>
            <pc:docMk/>
            <pc:sldMk cId="544108224" sldId="256"/>
            <ac:spMk id="16" creationId="{7A0B744D-958C-F050-B522-793E7BCABAA2}"/>
          </ac:spMkLst>
        </pc:spChg>
        <pc:spChg chg="add mod">
          <ac:chgData name="John DAmore" userId="6c907a5d-b0f9-4fba-9ed8-239ca07eb4c3" providerId="ADAL" clId="{0BA83315-BFC7-48B5-B840-776AC1EF4761}" dt="2026-02-04T19:10:21.316" v="588" actId="20577"/>
          <ac:spMkLst>
            <pc:docMk/>
            <pc:sldMk cId="544108224" sldId="256"/>
            <ac:spMk id="19" creationId="{D792E681-0E14-27CE-693D-4DC568F632D6}"/>
          </ac:spMkLst>
        </pc:spChg>
        <pc:spChg chg="add mod">
          <ac:chgData name="John DAmore" userId="6c907a5d-b0f9-4fba-9ed8-239ca07eb4c3" providerId="ADAL" clId="{0BA83315-BFC7-48B5-B840-776AC1EF4761}" dt="2026-02-05T12:36:38.491" v="629" actId="1076"/>
          <ac:spMkLst>
            <pc:docMk/>
            <pc:sldMk cId="544108224" sldId="256"/>
            <ac:spMk id="21" creationId="{44A11B3F-6A4C-285E-CCEB-07CCFAD6FE4B}"/>
          </ac:spMkLst>
        </pc:spChg>
        <pc:spChg chg="mod">
          <ac:chgData name="John DAmore" userId="6c907a5d-b0f9-4fba-9ed8-239ca07eb4c3" providerId="ADAL" clId="{0BA83315-BFC7-48B5-B840-776AC1EF4761}" dt="2026-02-04T19:08:43.353" v="532" actId="1076"/>
          <ac:spMkLst>
            <pc:docMk/>
            <pc:sldMk cId="544108224" sldId="256"/>
            <ac:spMk id="23" creationId="{73241D68-4816-DF18-FE38-52FACB4062EF}"/>
          </ac:spMkLst>
        </pc:spChg>
        <pc:spChg chg="mod">
          <ac:chgData name="John DAmore" userId="6c907a5d-b0f9-4fba-9ed8-239ca07eb4c3" providerId="ADAL" clId="{0BA83315-BFC7-48B5-B840-776AC1EF4761}" dt="2026-02-04T19:08:43.353" v="532" actId="1076"/>
          <ac:spMkLst>
            <pc:docMk/>
            <pc:sldMk cId="544108224" sldId="256"/>
            <ac:spMk id="24" creationId="{B7992752-4EE0-01E4-A936-C269997C4AF6}"/>
          </ac:spMkLst>
        </pc:spChg>
        <pc:spChg chg="mod">
          <ac:chgData name="John DAmore" userId="6c907a5d-b0f9-4fba-9ed8-239ca07eb4c3" providerId="ADAL" clId="{0BA83315-BFC7-48B5-B840-776AC1EF4761}" dt="2026-02-05T12:37:54.883" v="637" actId="1035"/>
          <ac:spMkLst>
            <pc:docMk/>
            <pc:sldMk cId="544108224" sldId="256"/>
            <ac:spMk id="26" creationId="{CEC1A5FF-7DEB-2BA5-302B-66B563C7C557}"/>
          </ac:spMkLst>
        </pc:spChg>
        <pc:spChg chg="mod">
          <ac:chgData name="John DAmore" userId="6c907a5d-b0f9-4fba-9ed8-239ca07eb4c3" providerId="ADAL" clId="{0BA83315-BFC7-48B5-B840-776AC1EF4761}" dt="2026-02-05T12:37:46.432" v="634" actId="1035"/>
          <ac:spMkLst>
            <pc:docMk/>
            <pc:sldMk cId="544108224" sldId="256"/>
            <ac:spMk id="28" creationId="{DD26BFA1-BD9A-B2EB-59C7-5447F561A002}"/>
          </ac:spMkLst>
        </pc:spChg>
        <pc:cxnChg chg="del mod">
          <ac:chgData name="John DAmore" userId="6c907a5d-b0f9-4fba-9ed8-239ca07eb4c3" providerId="ADAL" clId="{0BA83315-BFC7-48B5-B840-776AC1EF4761}" dt="2026-02-05T12:35:32.937" v="621" actId="478"/>
          <ac:cxnSpMkLst>
            <pc:docMk/>
            <pc:sldMk cId="544108224" sldId="256"/>
            <ac:cxnSpMk id="3" creationId="{A086E946-56BD-3D8F-8C37-4D31DA363A1C}"/>
          </ac:cxnSpMkLst>
        </pc:cxnChg>
        <pc:cxnChg chg="mod">
          <ac:chgData name="John DAmore" userId="6c907a5d-b0f9-4fba-9ed8-239ca07eb4c3" providerId="ADAL" clId="{0BA83315-BFC7-48B5-B840-776AC1EF4761}" dt="2026-02-05T12:37:46.432" v="634" actId="1035"/>
          <ac:cxnSpMkLst>
            <pc:docMk/>
            <pc:sldMk cId="544108224" sldId="256"/>
            <ac:cxnSpMk id="4" creationId="{B90A097F-31D3-D51F-A111-85FB4A85328F}"/>
          </ac:cxnSpMkLst>
        </pc:cxnChg>
        <pc:cxnChg chg="add mod">
          <ac:chgData name="John DAmore" userId="6c907a5d-b0f9-4fba-9ed8-239ca07eb4c3" providerId="ADAL" clId="{0BA83315-BFC7-48B5-B840-776AC1EF4761}" dt="2026-02-04T18:52:23.015" v="410" actId="1076"/>
          <ac:cxnSpMkLst>
            <pc:docMk/>
            <pc:sldMk cId="544108224" sldId="256"/>
            <ac:cxnSpMk id="12" creationId="{B12E4C1F-E353-D2DB-0F59-C8C553D70B3B}"/>
          </ac:cxnSpMkLst>
        </pc:cxnChg>
        <pc:cxnChg chg="mod">
          <ac:chgData name="John DAmore" userId="6c907a5d-b0f9-4fba-9ed8-239ca07eb4c3" providerId="ADAL" clId="{0BA83315-BFC7-48B5-B840-776AC1EF4761}" dt="2026-02-04T19:09:02.481" v="535" actId="14100"/>
          <ac:cxnSpMkLst>
            <pc:docMk/>
            <pc:sldMk cId="544108224" sldId="256"/>
            <ac:cxnSpMk id="13" creationId="{D786E109-5F90-E406-7B85-44CAA65E5F90}"/>
          </ac:cxnSpMkLst>
        </pc:cxnChg>
        <pc:cxnChg chg="del mod">
          <ac:chgData name="John DAmore" userId="6c907a5d-b0f9-4fba-9ed8-239ca07eb4c3" providerId="ADAL" clId="{0BA83315-BFC7-48B5-B840-776AC1EF4761}" dt="2026-02-05T12:35:32.937" v="621" actId="478"/>
          <ac:cxnSpMkLst>
            <pc:docMk/>
            <pc:sldMk cId="544108224" sldId="256"/>
            <ac:cxnSpMk id="17" creationId="{54B9FD6D-A9D2-113D-5126-105212259E54}"/>
          </ac:cxnSpMkLst>
        </pc:cxnChg>
        <pc:cxnChg chg="mod">
          <ac:chgData name="John DAmore" userId="6c907a5d-b0f9-4fba-9ed8-239ca07eb4c3" providerId="ADAL" clId="{0BA83315-BFC7-48B5-B840-776AC1EF4761}" dt="2026-02-05T12:37:54.883" v="637" actId="1035"/>
          <ac:cxnSpMkLst>
            <pc:docMk/>
            <pc:sldMk cId="544108224" sldId="256"/>
            <ac:cxnSpMk id="25" creationId="{AF6B4D76-D508-89C3-EAD8-55976DA9ADE9}"/>
          </ac:cxnSpMkLst>
        </pc:cxnChg>
        <pc:cxnChg chg="mod">
          <ac:chgData name="John DAmore" userId="6c907a5d-b0f9-4fba-9ed8-239ca07eb4c3" providerId="ADAL" clId="{0BA83315-BFC7-48B5-B840-776AC1EF4761}" dt="2026-02-05T12:37:46.432" v="634" actId="1035"/>
          <ac:cxnSpMkLst>
            <pc:docMk/>
            <pc:sldMk cId="544108224" sldId="256"/>
            <ac:cxnSpMk id="27" creationId="{300BC6CA-6D25-E033-3CF5-611B0ACED437}"/>
          </ac:cxnSpMkLst>
        </pc:cxnChg>
      </pc:sldChg>
      <pc:sldChg chg="modSp mod">
        <pc:chgData name="John DAmore" userId="6c907a5d-b0f9-4fba-9ed8-239ca07eb4c3" providerId="ADAL" clId="{0BA83315-BFC7-48B5-B840-776AC1EF4761}" dt="2026-02-06T21:28:02.378" v="693" actId="1038"/>
        <pc:sldMkLst>
          <pc:docMk/>
          <pc:sldMk cId="586627134" sldId="258"/>
        </pc:sldMkLst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3" creationId="{0EC5BC7E-65D4-4CFD-ACEA-735694C4FF30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4" creationId="{53F6E2E3-FD38-AFB2-7C3A-EDA087DDFDDA}"/>
          </ac:spMkLst>
        </pc:spChg>
        <pc:spChg chg="mod">
          <ac:chgData name="John DAmore" userId="6c907a5d-b0f9-4fba-9ed8-239ca07eb4c3" providerId="ADAL" clId="{0BA83315-BFC7-48B5-B840-776AC1EF4761}" dt="2026-02-04T18:34:56.704" v="71" actId="1076"/>
          <ac:spMkLst>
            <pc:docMk/>
            <pc:sldMk cId="586627134" sldId="258"/>
            <ac:spMk id="5" creationId="{28DB9525-86EA-4002-9AEE-0AB1E2F376F6}"/>
          </ac:spMkLst>
        </pc:spChg>
        <pc:spChg chg="mod">
          <ac:chgData name="John DAmore" userId="6c907a5d-b0f9-4fba-9ed8-239ca07eb4c3" providerId="ADAL" clId="{0BA83315-BFC7-48B5-B840-776AC1EF4761}" dt="2026-02-04T18:34:56.704" v="71" actId="1076"/>
          <ac:spMkLst>
            <pc:docMk/>
            <pc:sldMk cId="586627134" sldId="258"/>
            <ac:spMk id="6" creationId="{A94EA110-57C7-4032-A608-C58DEB29FFE6}"/>
          </ac:spMkLst>
        </pc:spChg>
        <pc:spChg chg="mod">
          <ac:chgData name="John DAmore" userId="6c907a5d-b0f9-4fba-9ed8-239ca07eb4c3" providerId="ADAL" clId="{0BA83315-BFC7-48B5-B840-776AC1EF4761}" dt="2026-02-06T21:25:03.241" v="641" actId="1076"/>
          <ac:spMkLst>
            <pc:docMk/>
            <pc:sldMk cId="586627134" sldId="258"/>
            <ac:spMk id="7" creationId="{21A393D0-6011-4519-80D9-1D1A8FFE0A21}"/>
          </ac:spMkLst>
        </pc:spChg>
        <pc:spChg chg="mod">
          <ac:chgData name="John DAmore" userId="6c907a5d-b0f9-4fba-9ed8-239ca07eb4c3" providerId="ADAL" clId="{0BA83315-BFC7-48B5-B840-776AC1EF4761}" dt="2026-02-06T21:26:23.425" v="661" actId="553"/>
          <ac:spMkLst>
            <pc:docMk/>
            <pc:sldMk cId="586627134" sldId="258"/>
            <ac:spMk id="9" creationId="{DD1D32FB-0ACC-876A-89F8-E4AE19DB8A4F}"/>
          </ac:spMkLst>
        </pc:spChg>
        <pc:spChg chg="mod">
          <ac:chgData name="John DAmore" userId="6c907a5d-b0f9-4fba-9ed8-239ca07eb4c3" providerId="ADAL" clId="{0BA83315-BFC7-48B5-B840-776AC1EF4761}" dt="2026-02-04T18:33:08.322" v="66" actId="1076"/>
          <ac:spMkLst>
            <pc:docMk/>
            <pc:sldMk cId="586627134" sldId="258"/>
            <ac:spMk id="10" creationId="{63619E89-3C32-1B10-D60A-33ADA8074109}"/>
          </ac:spMkLst>
        </pc:spChg>
        <pc:spChg chg="mod">
          <ac:chgData name="John DAmore" userId="6c907a5d-b0f9-4fba-9ed8-239ca07eb4c3" providerId="ADAL" clId="{0BA83315-BFC7-48B5-B840-776AC1EF4761}" dt="2026-02-06T21:27:58.043" v="686" actId="1037"/>
          <ac:spMkLst>
            <pc:docMk/>
            <pc:sldMk cId="586627134" sldId="258"/>
            <ac:spMk id="14" creationId="{ECA8EB60-E062-D346-9652-8FEC15E72AAA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15" creationId="{1C682B63-45F5-4F78-BE9C-77EA0840B2AA}"/>
          </ac:spMkLst>
        </pc:spChg>
        <pc:spChg chg="mod">
          <ac:chgData name="John DAmore" userId="6c907a5d-b0f9-4fba-9ed8-239ca07eb4c3" providerId="ADAL" clId="{0BA83315-BFC7-48B5-B840-776AC1EF4761}" dt="2026-02-04T18:33:43.080" v="68" actId="554"/>
          <ac:spMkLst>
            <pc:docMk/>
            <pc:sldMk cId="586627134" sldId="258"/>
            <ac:spMk id="16" creationId="{AE4ACA72-4E1A-47ED-A713-B45EA3F40DEC}"/>
          </ac:spMkLst>
        </pc:spChg>
        <pc:spChg chg="mod">
          <ac:chgData name="John DAmore" userId="6c907a5d-b0f9-4fba-9ed8-239ca07eb4c3" providerId="ADAL" clId="{0BA83315-BFC7-48B5-B840-776AC1EF4761}" dt="2026-02-04T18:33:37.670" v="67" actId="554"/>
          <ac:spMkLst>
            <pc:docMk/>
            <pc:sldMk cId="586627134" sldId="258"/>
            <ac:spMk id="17" creationId="{BDEA02AF-9740-4819-AF65-CE046F798CCC}"/>
          </ac:spMkLst>
        </pc:spChg>
        <pc:spChg chg="mod">
          <ac:chgData name="John DAmore" userId="6c907a5d-b0f9-4fba-9ed8-239ca07eb4c3" providerId="ADAL" clId="{0BA83315-BFC7-48B5-B840-776AC1EF4761}" dt="2026-02-06T21:26:23.425" v="661" actId="553"/>
          <ac:spMkLst>
            <pc:docMk/>
            <pc:sldMk cId="586627134" sldId="258"/>
            <ac:spMk id="19" creationId="{79759D51-F138-4F8F-B11C-CB407BC408C0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20" creationId="{C525584B-E912-9D4B-B9AB-70638B16221A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21" creationId="{EC219C7E-713B-2C42-BD72-A501C0432AEA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22" creationId="{C8CE6068-13E4-584E-B455-ECD48D4C03DE}"/>
          </ac:spMkLst>
        </pc:spChg>
        <pc:spChg chg="mod">
          <ac:chgData name="John DAmore" userId="6c907a5d-b0f9-4fba-9ed8-239ca07eb4c3" providerId="ADAL" clId="{0BA83315-BFC7-48B5-B840-776AC1EF4761}" dt="2026-02-06T21:27:47.602" v="680" actId="1076"/>
          <ac:spMkLst>
            <pc:docMk/>
            <pc:sldMk cId="586627134" sldId="258"/>
            <ac:spMk id="23" creationId="{D7DF8F5E-8666-E843-9062-F4029509F061}"/>
          </ac:spMkLst>
        </pc:spChg>
        <pc:spChg chg="mod">
          <ac:chgData name="John DAmore" userId="6c907a5d-b0f9-4fba-9ed8-239ca07eb4c3" providerId="ADAL" clId="{0BA83315-BFC7-48B5-B840-776AC1EF4761}" dt="2026-02-06T21:27:38.120" v="677" actId="554"/>
          <ac:spMkLst>
            <pc:docMk/>
            <pc:sldMk cId="586627134" sldId="258"/>
            <ac:spMk id="25" creationId="{8A603298-B960-4F7D-ABF5-CE132BBD53F7}"/>
          </ac:spMkLst>
        </pc:spChg>
        <pc:spChg chg="mod">
          <ac:chgData name="John DAmore" userId="6c907a5d-b0f9-4fba-9ed8-239ca07eb4c3" providerId="ADAL" clId="{0BA83315-BFC7-48B5-B840-776AC1EF4761}" dt="2026-02-06T21:27:25.765" v="674" actId="554"/>
          <ac:spMkLst>
            <pc:docMk/>
            <pc:sldMk cId="586627134" sldId="258"/>
            <ac:spMk id="26" creationId="{DBB264FC-6901-455B-A8CD-D91CF6E6DD3C}"/>
          </ac:spMkLst>
        </pc:spChg>
        <pc:spChg chg="mod">
          <ac:chgData name="John DAmore" userId="6c907a5d-b0f9-4fba-9ed8-239ca07eb4c3" providerId="ADAL" clId="{0BA83315-BFC7-48B5-B840-776AC1EF4761}" dt="2026-02-06T21:27:11.469" v="671" actId="554"/>
          <ac:spMkLst>
            <pc:docMk/>
            <pc:sldMk cId="586627134" sldId="258"/>
            <ac:spMk id="27" creationId="{762671BB-2051-4914-A9D8-CC9F42C03D3A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29" creationId="{D7E21CF1-2932-43C3-A182-BA3FC80B24B1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30" creationId="{4557AEBE-BBE3-4C10-8D73-43FF56397545}"/>
          </ac:spMkLst>
        </pc:spChg>
        <pc:spChg chg="mod">
          <ac:chgData name="John DAmore" userId="6c907a5d-b0f9-4fba-9ed8-239ca07eb4c3" providerId="ADAL" clId="{0BA83315-BFC7-48B5-B840-776AC1EF4761}" dt="2026-02-06T21:27:38.120" v="677" actId="554"/>
          <ac:spMkLst>
            <pc:docMk/>
            <pc:sldMk cId="586627134" sldId="258"/>
            <ac:spMk id="31" creationId="{C1935C84-B9BE-48C7-A36A-4BA1B525FC9B}"/>
          </ac:spMkLst>
        </pc:spChg>
        <pc:spChg chg="mod">
          <ac:chgData name="John DAmore" userId="6c907a5d-b0f9-4fba-9ed8-239ca07eb4c3" providerId="ADAL" clId="{0BA83315-BFC7-48B5-B840-776AC1EF4761}" dt="2026-02-06T21:27:25.765" v="674" actId="554"/>
          <ac:spMkLst>
            <pc:docMk/>
            <pc:sldMk cId="586627134" sldId="258"/>
            <ac:spMk id="32" creationId="{9992DE88-B9A5-4F42-9E05-A13CF1870E87}"/>
          </ac:spMkLst>
        </pc:spChg>
        <pc:spChg chg="mod">
          <ac:chgData name="John DAmore" userId="6c907a5d-b0f9-4fba-9ed8-239ca07eb4c3" providerId="ADAL" clId="{0BA83315-BFC7-48B5-B840-776AC1EF4761}" dt="2026-02-06T21:26:40.361" v="666" actId="554"/>
          <ac:spMkLst>
            <pc:docMk/>
            <pc:sldMk cId="586627134" sldId="258"/>
            <ac:spMk id="34" creationId="{0A1CA87B-DCCE-4A78-9B33-A371872550AA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35" creationId="{A913B4A7-CE46-4AC0-93A7-EE5AEDE7B3C0}"/>
          </ac:spMkLst>
        </pc:spChg>
        <pc:spChg chg="mod">
          <ac:chgData name="John DAmore" userId="6c907a5d-b0f9-4fba-9ed8-239ca07eb4c3" providerId="ADAL" clId="{0BA83315-BFC7-48B5-B840-776AC1EF4761}" dt="2026-02-06T21:28:02.378" v="693" actId="1038"/>
          <ac:spMkLst>
            <pc:docMk/>
            <pc:sldMk cId="586627134" sldId="258"/>
            <ac:spMk id="36" creationId="{0DC96E65-7FDF-4424-AF3B-C60B69059751}"/>
          </ac:spMkLst>
        </pc:spChg>
      </pc:sldChg>
      <pc:sldChg chg="addSp modSp add mod ord">
        <pc:chgData name="John DAmore" userId="6c907a5d-b0f9-4fba-9ed8-239ca07eb4c3" providerId="ADAL" clId="{0BA83315-BFC7-48B5-B840-776AC1EF4761}" dt="2026-02-05T12:35:00.500" v="620" actId="6549"/>
        <pc:sldMkLst>
          <pc:docMk/>
          <pc:sldMk cId="2743699321" sldId="801"/>
        </pc:sldMkLst>
        <pc:spChg chg="add mod">
          <ac:chgData name="John DAmore" userId="6c907a5d-b0f9-4fba-9ed8-239ca07eb4c3" providerId="ADAL" clId="{0BA83315-BFC7-48B5-B840-776AC1EF4761}" dt="2026-02-04T19:02:16.243" v="523" actId="20577"/>
          <ac:spMkLst>
            <pc:docMk/>
            <pc:sldMk cId="2743699321" sldId="801"/>
            <ac:spMk id="3" creationId="{9C15CAC6-EF50-6FDC-68EE-C75508B8B77A}"/>
          </ac:spMkLst>
        </pc:spChg>
        <pc:spChg chg="mod">
          <ac:chgData name="John DAmore" userId="6c907a5d-b0f9-4fba-9ed8-239ca07eb4c3" providerId="ADAL" clId="{0BA83315-BFC7-48B5-B840-776AC1EF4761}" dt="2026-02-05T12:34:48.618" v="618" actId="6549"/>
          <ac:spMkLst>
            <pc:docMk/>
            <pc:sldMk cId="2743699321" sldId="801"/>
            <ac:spMk id="5" creationId="{26CB9C79-94C5-48F8-756F-A43816D2EB19}"/>
          </ac:spMkLst>
        </pc:spChg>
        <pc:spChg chg="mod">
          <ac:chgData name="John DAmore" userId="6c907a5d-b0f9-4fba-9ed8-239ca07eb4c3" providerId="ADAL" clId="{0BA83315-BFC7-48B5-B840-776AC1EF4761}" dt="2026-02-04T19:01:10.901" v="423" actId="14100"/>
          <ac:spMkLst>
            <pc:docMk/>
            <pc:sldMk cId="2743699321" sldId="801"/>
            <ac:spMk id="9" creationId="{E5BC8FB1-F8C5-3A12-A641-BC687026EFBB}"/>
          </ac:spMkLst>
        </pc:spChg>
        <pc:spChg chg="mod">
          <ac:chgData name="John DAmore" userId="6c907a5d-b0f9-4fba-9ed8-239ca07eb4c3" providerId="ADAL" clId="{0BA83315-BFC7-48B5-B840-776AC1EF4761}" dt="2026-02-05T12:35:00.500" v="620" actId="6549"/>
          <ac:spMkLst>
            <pc:docMk/>
            <pc:sldMk cId="2743699321" sldId="801"/>
            <ac:spMk id="10" creationId="{B09BE4EC-2F59-A928-CF62-44F83A26E2C0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1" creationId="{D3470219-A4F0-2F03-C5C4-0DDC9C0F77A0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2" creationId="{5A9F8963-A888-EF93-B662-8087BB87B26D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3" creationId="{FFF9EFAE-508A-288F-EA5D-6B7572ED4586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4" creationId="{393C140E-C182-0A26-0372-5CB4CC7D5C8F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6" creationId="{5CDACA09-75BB-16E0-5AAD-347D147EF114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17" creationId="{D3A1A41E-C451-DEDA-CE2A-47606BA4F23D}"/>
          </ac:spMkLst>
        </pc:spChg>
        <pc:spChg chg="mod ord">
          <ac:chgData name="John DAmore" userId="6c907a5d-b0f9-4fba-9ed8-239ca07eb4c3" providerId="ADAL" clId="{0BA83315-BFC7-48B5-B840-776AC1EF4761}" dt="2026-02-04T18:57:28.048" v="422" actId="166"/>
          <ac:spMkLst>
            <pc:docMk/>
            <pc:sldMk cId="2743699321" sldId="801"/>
            <ac:spMk id="29" creationId="{C4265218-EFC3-3EA1-C528-B0B23AAA3F43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38" creationId="{6EBCA90E-1AE8-5CCB-7FAB-671A026131E7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40" creationId="{64BAEEC1-FB56-B921-A049-E94F7F1FBC40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41" creationId="{8543FCBC-B6FE-8D45-0CB8-1A56EF3A12B0}"/>
          </ac:spMkLst>
        </pc:spChg>
        <pc:spChg chg="mod">
          <ac:chgData name="John DAmore" userId="6c907a5d-b0f9-4fba-9ed8-239ca07eb4c3" providerId="ADAL" clId="{0BA83315-BFC7-48B5-B840-776AC1EF4761}" dt="2026-02-04T19:01:55.192" v="512" actId="1035"/>
          <ac:spMkLst>
            <pc:docMk/>
            <pc:sldMk cId="2743699321" sldId="801"/>
            <ac:spMk id="43" creationId="{24831A01-4C1E-6DB5-1CAA-0CF9BECD7E63}"/>
          </ac:spMkLst>
        </pc:spChg>
        <pc:cxnChg chg="mod">
          <ac:chgData name="John DAmore" userId="6c907a5d-b0f9-4fba-9ed8-239ca07eb4c3" providerId="ADAL" clId="{0BA83315-BFC7-48B5-B840-776AC1EF4761}" dt="2026-02-04T19:01:10.901" v="423" actId="14100"/>
          <ac:cxnSpMkLst>
            <pc:docMk/>
            <pc:sldMk cId="2743699321" sldId="801"/>
            <ac:cxnSpMk id="31" creationId="{9E3F5816-CC41-A78D-B58A-CD7AE0E23EE8}"/>
          </ac:cxnSpMkLst>
        </pc:cxnChg>
      </pc:sldChg>
    </pc:docChg>
  </pc:docChgLst>
  <pc:docChgLst>
    <pc:chgData name="John DAmore" userId="6c907a5d-b0f9-4fba-9ed8-239ca07eb4c3" providerId="ADAL" clId="{2088BC83-531C-416A-9CB2-9B5062CAE644}"/>
    <pc:docChg chg="undo custSel addSld modSld">
      <pc:chgData name="John DAmore" userId="6c907a5d-b0f9-4fba-9ed8-239ca07eb4c3" providerId="ADAL" clId="{2088BC83-531C-416A-9CB2-9B5062CAE644}" dt="2026-02-06T16:55:57.830" v="115" actId="20577"/>
      <pc:docMkLst>
        <pc:docMk/>
      </pc:docMkLst>
      <pc:sldChg chg="addSp delSp modSp add mod">
        <pc:chgData name="John DAmore" userId="6c907a5d-b0f9-4fba-9ed8-239ca07eb4c3" providerId="ADAL" clId="{2088BC83-531C-416A-9CB2-9B5062CAE644}" dt="2026-02-06T16:55:57.830" v="115" actId="20577"/>
        <pc:sldMkLst>
          <pc:docMk/>
          <pc:sldMk cId="3279110075" sldId="802"/>
        </pc:sldMkLst>
        <pc:spChg chg="mod">
          <ac:chgData name="John DAmore" userId="6c907a5d-b0f9-4fba-9ed8-239ca07eb4c3" providerId="ADAL" clId="{2088BC83-531C-416A-9CB2-9B5062CAE644}" dt="2026-02-06T16:55:06.773" v="46" actId="1036"/>
          <ac:spMkLst>
            <pc:docMk/>
            <pc:sldMk cId="3279110075" sldId="802"/>
            <ac:spMk id="16" creationId="{0895549F-DC59-D290-E219-E621F8A1116A}"/>
          </ac:spMkLst>
        </pc:spChg>
        <pc:spChg chg="mod">
          <ac:chgData name="John DAmore" userId="6c907a5d-b0f9-4fba-9ed8-239ca07eb4c3" providerId="ADAL" clId="{2088BC83-531C-416A-9CB2-9B5062CAE644}" dt="2026-02-06T16:55:57.830" v="115" actId="20577"/>
          <ac:spMkLst>
            <pc:docMk/>
            <pc:sldMk cId="3279110075" sldId="802"/>
            <ac:spMk id="19" creationId="{403D5E92-2BB0-8B21-DA7C-51A11932E932}"/>
          </ac:spMkLst>
        </pc:spChg>
        <pc:spChg chg="add del mod">
          <ac:chgData name="John DAmore" userId="6c907a5d-b0f9-4fba-9ed8-239ca07eb4c3" providerId="ADAL" clId="{2088BC83-531C-416A-9CB2-9B5062CAE644}" dt="2026-02-06T16:55:23.211" v="62" actId="1035"/>
          <ac:spMkLst>
            <pc:docMk/>
            <pc:sldMk cId="3279110075" sldId="802"/>
            <ac:spMk id="28" creationId="{9C21D359-DD9E-72AB-308E-3AAB707267EF}"/>
          </ac:spMkLst>
        </pc:spChg>
        <pc:cxnChg chg="add del">
          <ac:chgData name="John DAmore" userId="6c907a5d-b0f9-4fba-9ed8-239ca07eb4c3" providerId="ADAL" clId="{2088BC83-531C-416A-9CB2-9B5062CAE644}" dt="2026-02-06T16:55:17.983" v="51" actId="478"/>
          <ac:cxnSpMkLst>
            <pc:docMk/>
            <pc:sldMk cId="3279110075" sldId="802"/>
            <ac:cxnSpMk id="4" creationId="{602AE4C5-F453-93B6-2A8D-671836F8F574}"/>
          </ac:cxnSpMkLst>
        </pc:cxnChg>
        <pc:cxnChg chg="mod">
          <ac:chgData name="John DAmore" userId="6c907a5d-b0f9-4fba-9ed8-239ca07eb4c3" providerId="ADAL" clId="{2088BC83-531C-416A-9CB2-9B5062CAE644}" dt="2026-02-06T16:55:23.211" v="62" actId="1035"/>
          <ac:cxnSpMkLst>
            <pc:docMk/>
            <pc:sldMk cId="3279110075" sldId="802"/>
            <ac:cxnSpMk id="27" creationId="{07FD9A42-EEE4-010F-E02F-D340FE3F3C4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9A41D-2C14-4FD9-A8FE-469DBFAB3809}" type="datetimeFigureOut">
              <a:rPr lang="en-CA" smtClean="0"/>
              <a:t>2026-08-13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F50BE-48AE-4332-BF46-C112AB8C5E91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457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152400"/>
            <a:ext cx="8839200" cy="6477000"/>
            <a:chOff x="240" y="288"/>
            <a:chExt cx="5290" cy="350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 dirty="0"/>
            </a:p>
          </p:txBody>
        </p:sp>
      </p:grp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0" y="6629400"/>
            <a:ext cx="91440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800" b="1" dirty="0"/>
              <a:t>   © 2016 HL7 ® International. Licensed</a:t>
            </a:r>
            <a:r>
              <a:rPr lang="en-US" sz="800" b="1" baseline="0" dirty="0"/>
              <a:t> under Creative Commons</a:t>
            </a:r>
            <a:r>
              <a:rPr lang="en-US" sz="800" b="1" dirty="0"/>
              <a:t>. HL7 &amp; Health Level Seven are registered trademarks of Health Level Seven International. Reg. U.S. TM Office.</a:t>
            </a:r>
          </a:p>
        </p:txBody>
      </p:sp>
      <p:pic>
        <p:nvPicPr>
          <p:cNvPr id="9" name="Picture 13" descr="HL7 International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4800"/>
            <a:ext cx="1109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5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400800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11" name="Picture 4" descr="Creative Commons Licenc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65" y="6192775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0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7876619" y="5565993"/>
            <a:ext cx="1008112" cy="9361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13" descr="HL7 Internationa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4800"/>
            <a:ext cx="1109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02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7"/>
            <a:ext cx="6552728" cy="1152128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9512" y="6304235"/>
            <a:ext cx="72008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856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28800"/>
            <a:ext cx="4114800" cy="4552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114800" cy="4552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9512" y="6304235"/>
            <a:ext cx="72008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576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6552728" cy="115212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1709118"/>
            <a:ext cx="4040188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58032"/>
            <a:ext cx="4040188" cy="40953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09118"/>
            <a:ext cx="4041775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58032"/>
            <a:ext cx="4041775" cy="40953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47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9512" y="6304235"/>
            <a:ext cx="72008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275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323528" y="252899"/>
            <a:ext cx="8568952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9512" y="6304235"/>
            <a:ext cx="72008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7"/>
            <a:ext cx="6552728" cy="1180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678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"/>
          <p:cNvSpPr>
            <a:spLocks noChangeArrowheads="1"/>
          </p:cNvSpPr>
          <p:nvPr userDrawn="1"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8EA1E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nl-NL">
              <a:ea typeface="+mn-ea"/>
            </a:endParaRPr>
          </a:p>
        </p:txBody>
      </p:sp>
      <p:graphicFrame>
        <p:nvGraphicFramePr>
          <p:cNvPr id="5" name="Object 25"/>
          <p:cNvGraphicFramePr>
            <a:graphicFrameLocks noChangeAspect="1"/>
          </p:cNvGraphicFramePr>
          <p:nvPr userDrawn="1"/>
        </p:nvGraphicFramePr>
        <p:xfrm>
          <a:off x="7372350" y="6172200"/>
          <a:ext cx="17716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771429" imgH="685714" progId="MSPhotoEd.3">
                  <p:embed/>
                </p:oleObj>
              </mc:Choice>
              <mc:Fallback>
                <p:oleObj name="Photo Editor Photo" r:id="rId2" imgW="1771429" imgH="685714" progId="MSPhotoEd.3">
                  <p:embed/>
                  <p:pic>
                    <p:nvPicPr>
                      <p:cNvPr id="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6172200"/>
                        <a:ext cx="17716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9"/>
          <p:cNvSpPr>
            <a:spLocks noChangeShapeType="1"/>
          </p:cNvSpPr>
          <p:nvPr userDrawn="1"/>
        </p:nvSpPr>
        <p:spPr bwMode="auto">
          <a:xfrm>
            <a:off x="0" y="6172200"/>
            <a:ext cx="9144000" cy="0"/>
          </a:xfrm>
          <a:prstGeom prst="line">
            <a:avLst/>
          </a:prstGeom>
          <a:noFill/>
          <a:ln w="38100">
            <a:solidFill>
              <a:srgbClr val="3C3CA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nl-NL"/>
          </a:p>
        </p:txBody>
      </p:sp>
      <p:sp>
        <p:nvSpPr>
          <p:cNvPr id="7" name="Rectangle 20"/>
          <p:cNvSpPr>
            <a:spLocks noChangeArrowheads="1"/>
          </p:cNvSpPr>
          <p:nvPr userDrawn="1"/>
        </p:nvSpPr>
        <p:spPr bwMode="auto">
          <a:xfrm>
            <a:off x="952500" y="6335713"/>
            <a:ext cx="65913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GB" altLang="nl-NL" sz="2800" b="1" dirty="0" err="1">
                <a:solidFill>
                  <a:srgbClr val="FFFFFF"/>
                </a:solidFill>
                <a:latin typeface="Georgia" pitchFamily="18" charset="0"/>
                <a:ea typeface="+mn-ea"/>
              </a:rPr>
              <a:t>Ringholm</a:t>
            </a:r>
            <a:r>
              <a:rPr lang="en-GB" altLang="nl-NL" sz="1800" b="1" dirty="0">
                <a:solidFill>
                  <a:srgbClr val="FFFFFF"/>
                </a:solidFill>
                <a:latin typeface="Georgia" pitchFamily="18" charset="0"/>
                <a:ea typeface="+mn-ea"/>
              </a:rPr>
              <a:t> Learn * Share * Connect</a:t>
            </a:r>
          </a:p>
        </p:txBody>
      </p:sp>
      <p:graphicFrame>
        <p:nvGraphicFramePr>
          <p:cNvPr id="8" name="Object 26"/>
          <p:cNvGraphicFramePr>
            <a:graphicFrameLocks noChangeAspect="1"/>
          </p:cNvGraphicFramePr>
          <p:nvPr userDrawn="1"/>
        </p:nvGraphicFramePr>
        <p:xfrm>
          <a:off x="114300" y="6248400"/>
          <a:ext cx="57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571731" imgH="571731" progId="MSPhotoEd.3">
                  <p:embed/>
                </p:oleObj>
              </mc:Choice>
              <mc:Fallback>
                <p:oleObj name="Photo Editor Photo" r:id="rId4" imgW="571731" imgH="571731" progId="MSPhotoEd.3">
                  <p:embed/>
                  <p:pic>
                    <p:nvPicPr>
                      <p:cNvPr id="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248400"/>
                        <a:ext cx="571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 userDrawn="1"/>
        </p:nvSpPr>
        <p:spPr bwMode="auto">
          <a:xfrm>
            <a:off x="323850" y="252413"/>
            <a:ext cx="8569325" cy="6265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CA" altLang="nl-NL" sz="1800">
              <a:latin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7"/>
            <a:ext cx="6552728" cy="1180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79388" y="6303963"/>
            <a:ext cx="720725" cy="220662"/>
          </a:xfrm>
          <a:prstGeom prst="rect">
            <a:avLst/>
          </a:prstGeom>
        </p:spPr>
        <p:txBody>
          <a:bodyPr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333006-C981-4946-95F0-93C204ADA334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787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"/>
          <p:cNvSpPr>
            <a:spLocks noChangeArrowheads="1"/>
          </p:cNvSpPr>
          <p:nvPr userDrawn="1"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8EA1E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nl-NL">
              <a:ea typeface="+mn-ea"/>
            </a:endParaRPr>
          </a:p>
        </p:txBody>
      </p:sp>
      <p:graphicFrame>
        <p:nvGraphicFramePr>
          <p:cNvPr id="5" name="Object 25"/>
          <p:cNvGraphicFramePr>
            <a:graphicFrameLocks noChangeAspect="1"/>
          </p:cNvGraphicFramePr>
          <p:nvPr userDrawn="1"/>
        </p:nvGraphicFramePr>
        <p:xfrm>
          <a:off x="7372350" y="6172200"/>
          <a:ext cx="17716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771429" imgH="685714" progId="MSPhotoEd.3">
                  <p:embed/>
                </p:oleObj>
              </mc:Choice>
              <mc:Fallback>
                <p:oleObj name="Photo Editor Photo" r:id="rId2" imgW="1771429" imgH="685714" progId="MSPhotoEd.3">
                  <p:embed/>
                  <p:pic>
                    <p:nvPicPr>
                      <p:cNvPr id="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6172200"/>
                        <a:ext cx="17716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9"/>
          <p:cNvSpPr>
            <a:spLocks noChangeShapeType="1"/>
          </p:cNvSpPr>
          <p:nvPr userDrawn="1"/>
        </p:nvSpPr>
        <p:spPr bwMode="auto">
          <a:xfrm>
            <a:off x="0" y="6172200"/>
            <a:ext cx="9144000" cy="0"/>
          </a:xfrm>
          <a:prstGeom prst="line">
            <a:avLst/>
          </a:prstGeom>
          <a:noFill/>
          <a:ln w="38100">
            <a:solidFill>
              <a:srgbClr val="3C3CA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nl-NL"/>
          </a:p>
        </p:txBody>
      </p:sp>
      <p:sp>
        <p:nvSpPr>
          <p:cNvPr id="7" name="Rectangle 20"/>
          <p:cNvSpPr>
            <a:spLocks noChangeArrowheads="1"/>
          </p:cNvSpPr>
          <p:nvPr userDrawn="1"/>
        </p:nvSpPr>
        <p:spPr bwMode="auto">
          <a:xfrm>
            <a:off x="952500" y="6335713"/>
            <a:ext cx="65913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GB" altLang="nl-NL" sz="2800" b="1" dirty="0" err="1">
                <a:solidFill>
                  <a:srgbClr val="FFFFFF"/>
                </a:solidFill>
                <a:latin typeface="Georgia" pitchFamily="18" charset="0"/>
                <a:ea typeface="+mn-ea"/>
              </a:rPr>
              <a:t>Ringholm</a:t>
            </a:r>
            <a:r>
              <a:rPr lang="en-GB" altLang="nl-NL" sz="1800" b="1" dirty="0">
                <a:solidFill>
                  <a:srgbClr val="FFFFFF"/>
                </a:solidFill>
                <a:latin typeface="Georgia" pitchFamily="18" charset="0"/>
                <a:ea typeface="+mn-ea"/>
              </a:rPr>
              <a:t> Learn * Share * Connect</a:t>
            </a:r>
          </a:p>
        </p:txBody>
      </p:sp>
      <p:graphicFrame>
        <p:nvGraphicFramePr>
          <p:cNvPr id="8" name="Object 26"/>
          <p:cNvGraphicFramePr>
            <a:graphicFrameLocks noChangeAspect="1"/>
          </p:cNvGraphicFramePr>
          <p:nvPr userDrawn="1"/>
        </p:nvGraphicFramePr>
        <p:xfrm>
          <a:off x="114300" y="6248400"/>
          <a:ext cx="57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571731" imgH="571731" progId="MSPhotoEd.3">
                  <p:embed/>
                </p:oleObj>
              </mc:Choice>
              <mc:Fallback>
                <p:oleObj name="Photo Editor Photo" r:id="rId4" imgW="571731" imgH="571731" progId="MSPhotoEd.3">
                  <p:embed/>
                  <p:pic>
                    <p:nvPicPr>
                      <p:cNvPr id="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248400"/>
                        <a:ext cx="571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 userDrawn="1"/>
        </p:nvSpPr>
        <p:spPr bwMode="auto">
          <a:xfrm>
            <a:off x="323850" y="252413"/>
            <a:ext cx="8569325" cy="6265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CA" altLang="nl-NL" sz="1800">
              <a:latin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7"/>
            <a:ext cx="6552728" cy="1180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79388" y="6303963"/>
            <a:ext cx="720725" cy="220662"/>
          </a:xfrm>
          <a:prstGeom prst="rect">
            <a:avLst/>
          </a:prstGeom>
        </p:spPr>
        <p:txBody>
          <a:bodyPr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42811F-6B51-44E6-85A3-00F5DD4B205B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962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7EA1-7182-CFEA-EFFE-C563B5F60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B815C-9208-25C9-4721-F644C8DD7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25A7-B5C4-9846-15F9-6DEDBD41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1F7BA-A65D-A1B8-D0F3-B8227C00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E079-13EF-A395-B7D6-0503618D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1F04-6EEC-BAD4-EAF3-D1695799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FFCFD-0016-1442-60FD-5082E2A0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43EB-A426-8DC1-2237-B655F701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4CF50-6FBF-C227-AC72-8671150C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5E00-3CEA-16D1-C9C4-C8B552C0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87E6-3658-6457-0AEE-E082BB37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306A0-0A21-C746-F4EC-7BEA9E87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90099-899C-7DFE-2574-7DFB6D85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AA1A9-5E70-BEB1-F596-456F50E2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BF4E-E414-A215-4781-92993B83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5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DFE2-D15A-A329-F130-ECA2FB87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7B778-FF92-30E4-F908-AFDD58BD2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3ED9F-5941-BEC3-D3BE-E580D9E8F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263FC-E2AC-5E0E-CBE5-9C8F3CA2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F6E85-11BA-8F4A-8485-0E0EA651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73B1-57D5-FB6B-14C0-136CE3F9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21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EE59-1367-159A-4B6A-30C53064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69B33-5B32-ABDC-F576-E44E427A9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31047-E848-5ABE-6BF8-9C776ABF8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2E301-CDA5-70A0-CFE5-BD7AF2904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46046-64DC-0EA3-A374-4508C261D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B2A4-B497-2E67-1C9F-52F37440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D2AB5-0B65-D696-CB71-A05789E3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D4896-2B6B-E502-3275-37F64297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9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80BA-2A0B-AE37-9815-EF20DA85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91D0F-FBBB-B88D-20E0-0B79CD50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B3686-BC5D-BA6A-530C-5B853C3F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9504-E78B-A9CC-39CA-E2F54736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71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EDBE4-F0D5-69EE-25B0-D7999225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4A886-B92D-D38C-3F82-3A25657F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EBEE4-1A74-C42E-D480-8BA70777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6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EC20-3640-5B52-CC6B-6A91249D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A5F8C-8B56-5345-B9A6-A09A5B76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F7127-14E2-B971-5BF5-EF3D3633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DA779-C789-00CF-1BCE-05727236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50E4E-6DB5-7A48-DFBA-6A0CFC7E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D8E94-D287-EA87-4B33-A7A7597E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02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C084-F75D-7183-B8DF-1D1187A1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8D623-1FBE-8376-32FD-6FE64F2AA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73FA9-2C4D-24F0-0D91-08121B98B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B1490-6282-9E34-CF6D-C84917F6C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80992-055C-E900-8F78-0284FEA5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267EB-F1A8-21E8-4517-9202A526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68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B1E9-A120-AAE9-30C9-B488725A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D8990-C26E-3148-CFA2-FB1DA428D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A725A-5895-C567-BDD1-3CE4EFF4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56F11-382C-A5BF-DFB4-2A77D972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BE6B5-FBE5-F3A7-302E-51A6B04D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7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E33EA-AD7D-8B40-2843-1A85C30A4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B636F-2630-BFB0-8263-DA67CF1DE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3201-F3E7-67D7-DED7-8257200A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0D49-BCC6-639D-F85A-F9BB1004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683C1-B849-A401-1436-B27CBC0E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461963" y="1600200"/>
            <a:ext cx="829627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332657"/>
            <a:ext cx="6552728" cy="118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828800"/>
            <a:ext cx="8382000" cy="44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Ø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2A1AAE-456B-F0E5-4B2D-B7EBCB0F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E1ED5-A9FF-15C9-117E-F61DD8DC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2527-6DD4-2E75-5C22-204FDD634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F0FE0-C0B2-431B-95AF-3256C55C95D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CC99A-59C8-5323-AF82-A5F443851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BDE20-22BE-D4D2-5246-3B6E487F2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C96E4-FC4E-4692-93B8-7BC967491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6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emf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554427-701E-FA52-56A1-9B2A5AAA4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C3E5C4-3E2B-40F1-9F2B-C46CEB0C88DF}" type="slidenum">
              <a:rPr lang="en-CA" smtClean="0"/>
              <a:pPr/>
              <a:t>1</a:t>
            </a:fld>
            <a:endParaRPr lang="en-CA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63BF7D-8B95-FC49-F010-3CB23B3B656A}"/>
              </a:ext>
            </a:extLst>
          </p:cNvPr>
          <p:cNvGrpSpPr/>
          <p:nvPr/>
        </p:nvGrpSpPr>
        <p:grpSpPr>
          <a:xfrm>
            <a:off x="2038464" y="1159868"/>
            <a:ext cx="6439800" cy="5634215"/>
            <a:chOff x="2038464" y="1159868"/>
            <a:chExt cx="6439800" cy="563421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9C1ACDB-8FD1-F8F0-064C-22F24A5CA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8464" y="5117449"/>
              <a:ext cx="6439799" cy="167663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486077C-723E-F159-7EC3-37A83B6744CA}"/>
                </a:ext>
              </a:extLst>
            </p:cNvPr>
            <p:cNvSpPr/>
            <p:nvPr/>
          </p:nvSpPr>
          <p:spPr bwMode="auto">
            <a:xfrm rot="1533085">
              <a:off x="2176983" y="5362567"/>
              <a:ext cx="1095367" cy="144017"/>
            </a:xfrm>
            <a:prstGeom prst="rect">
              <a:avLst/>
            </a:prstGeom>
            <a:gradFill flip="none" rotWithShape="1">
              <a:gsLst>
                <a:gs pos="32500">
                  <a:srgbClr val="E1C387"/>
                </a:gs>
                <a:gs pos="0">
                  <a:srgbClr val="F3E6CD"/>
                </a:gs>
                <a:gs pos="65000">
                  <a:srgbClr val="AE832C"/>
                </a:gs>
                <a:gs pos="100000">
                  <a:srgbClr val="F3E6CD"/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ABE7EA1B-7863-A85F-8F1C-D6DF74D6000B}"/>
                </a:ext>
              </a:extLst>
            </p:cNvPr>
            <p:cNvSpPr/>
            <p:nvPr/>
          </p:nvSpPr>
          <p:spPr bwMode="auto">
            <a:xfrm>
              <a:off x="3367278" y="4723786"/>
              <a:ext cx="5110986" cy="577421"/>
            </a:xfrm>
            <a:prstGeom prst="homePlat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800100" indent="1143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7250" algn="l"/>
                </a:tabLst>
              </a:pPr>
              <a:endParaRPr lang="en-US" sz="2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1" name="Arrow: Pentagon 20">
              <a:extLst>
                <a:ext uri="{FF2B5EF4-FFF2-40B4-BE49-F238E27FC236}">
                  <a16:creationId xmlns:a16="http://schemas.microsoft.com/office/drawing/2014/main" id="{5B3517DF-DBA2-06E6-23AC-099B613B1191}"/>
                </a:ext>
              </a:extLst>
            </p:cNvPr>
            <p:cNvSpPr/>
            <p:nvPr/>
          </p:nvSpPr>
          <p:spPr bwMode="auto">
            <a:xfrm>
              <a:off x="3462810" y="4149935"/>
              <a:ext cx="5015454" cy="577421"/>
            </a:xfrm>
            <a:prstGeom prst="homePlate">
              <a:avLst/>
            </a:prstGeom>
            <a:solidFill>
              <a:srgbClr val="E8632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8001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B988A241-5748-E42E-C3DD-BFB446C97C35}"/>
                </a:ext>
              </a:extLst>
            </p:cNvPr>
            <p:cNvSpPr/>
            <p:nvPr/>
          </p:nvSpPr>
          <p:spPr bwMode="auto">
            <a:xfrm>
              <a:off x="3462810" y="3573293"/>
              <a:ext cx="5015454" cy="577421"/>
            </a:xfrm>
            <a:prstGeom prst="homePlate">
              <a:avLst/>
            </a:prstGeom>
            <a:solidFill>
              <a:srgbClr val="F7D33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85725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solidFill>
                    <a:srgbClr val="E86328"/>
                  </a:solidFill>
                  <a:latin typeface="Aptos" panose="020B0004020202020204" pitchFamily="34" charset="0"/>
                </a:rPr>
                <a:t>Results</a:t>
              </a:r>
            </a:p>
          </p:txBody>
        </p:sp>
        <p:sp>
          <p:nvSpPr>
            <p:cNvPr id="23" name="Arrow: Pentagon 22">
              <a:extLst>
                <a:ext uri="{FF2B5EF4-FFF2-40B4-BE49-F238E27FC236}">
                  <a16:creationId xmlns:a16="http://schemas.microsoft.com/office/drawing/2014/main" id="{D47DE90E-E879-7C15-FC17-5F156C9D967A}"/>
                </a:ext>
              </a:extLst>
            </p:cNvPr>
            <p:cNvSpPr/>
            <p:nvPr/>
          </p:nvSpPr>
          <p:spPr bwMode="auto">
            <a:xfrm>
              <a:off x="3462809" y="2998077"/>
              <a:ext cx="5015454" cy="577421"/>
            </a:xfrm>
            <a:prstGeom prst="homePlate">
              <a:avLst/>
            </a:prstGeom>
            <a:solidFill>
              <a:srgbClr val="CAD40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85725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solidFill>
                    <a:srgbClr val="54A831"/>
                  </a:solidFill>
                  <a:latin typeface="Aptos" panose="020B0004020202020204" pitchFamily="34" charset="0"/>
                </a:rPr>
                <a:t>Immunizations</a:t>
              </a:r>
            </a:p>
          </p:txBody>
        </p:sp>
        <p:sp>
          <p:nvSpPr>
            <p:cNvPr id="24" name="Arrow: Pentagon 23">
              <a:extLst>
                <a:ext uri="{FF2B5EF4-FFF2-40B4-BE49-F238E27FC236}">
                  <a16:creationId xmlns:a16="http://schemas.microsoft.com/office/drawing/2014/main" id="{2C55BE85-58AB-3B42-D9BD-2E11BEAF0D0F}"/>
                </a:ext>
              </a:extLst>
            </p:cNvPr>
            <p:cNvSpPr/>
            <p:nvPr/>
          </p:nvSpPr>
          <p:spPr bwMode="auto">
            <a:xfrm>
              <a:off x="3635896" y="2419554"/>
              <a:ext cx="4842368" cy="577421"/>
            </a:xfrm>
            <a:prstGeom prst="homePlate">
              <a:avLst/>
            </a:prstGeom>
            <a:solidFill>
              <a:srgbClr val="54A83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6" name="Arrow: Pentagon 25">
              <a:extLst>
                <a:ext uri="{FF2B5EF4-FFF2-40B4-BE49-F238E27FC236}">
                  <a16:creationId xmlns:a16="http://schemas.microsoft.com/office/drawing/2014/main" id="{33C21BAD-CB12-70DD-E575-061C098AE2EF}"/>
                </a:ext>
              </a:extLst>
            </p:cNvPr>
            <p:cNvSpPr/>
            <p:nvPr/>
          </p:nvSpPr>
          <p:spPr bwMode="auto">
            <a:xfrm>
              <a:off x="3851242" y="1273480"/>
              <a:ext cx="4627021" cy="577421"/>
            </a:xfrm>
            <a:prstGeom prst="homePlate">
              <a:avLst/>
            </a:prstGeom>
            <a:solidFill>
              <a:srgbClr val="7030A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A7F87A-463B-B53E-118A-BBB71382FD44}"/>
                </a:ext>
              </a:extLst>
            </p:cNvPr>
            <p:cNvSpPr txBox="1"/>
            <p:nvPr/>
          </p:nvSpPr>
          <p:spPr>
            <a:xfrm>
              <a:off x="4317285" y="1307344"/>
              <a:ext cx="17544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Problems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B87A014-7BDF-3F0F-907C-FC53E64E6E96}"/>
                </a:ext>
              </a:extLst>
            </p:cNvPr>
            <p:cNvSpPr txBox="1"/>
            <p:nvPr/>
          </p:nvSpPr>
          <p:spPr>
            <a:xfrm>
              <a:off x="4317285" y="2469371"/>
              <a:ext cx="22745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Medications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B83632F-92AC-A135-87F7-B5E6CACD36B2}"/>
                </a:ext>
              </a:extLst>
            </p:cNvPr>
            <p:cNvSpPr txBox="1"/>
            <p:nvPr/>
          </p:nvSpPr>
          <p:spPr>
            <a:xfrm>
              <a:off x="4317285" y="4196845"/>
              <a:ext cx="20646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Procedures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83CB2A-890A-668A-8B55-08F26CA0E982}"/>
                </a:ext>
              </a:extLst>
            </p:cNvPr>
            <p:cNvSpPr txBox="1"/>
            <p:nvPr/>
          </p:nvSpPr>
          <p:spPr>
            <a:xfrm>
              <a:off x="4317285" y="4774526"/>
              <a:ext cx="21334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Encounters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2F7958F-C8BE-2EDD-C277-EF681A5E8B47}"/>
                </a:ext>
              </a:extLst>
            </p:cNvPr>
            <p:cNvSpPr/>
            <p:nvPr/>
          </p:nvSpPr>
          <p:spPr bwMode="auto">
            <a:xfrm rot="1387559">
              <a:off x="3723776" y="1336957"/>
              <a:ext cx="459856" cy="573573"/>
            </a:xfrm>
            <a:prstGeom prst="rect">
              <a:avLst/>
            </a:prstGeom>
            <a:solidFill>
              <a:srgbClr val="7030A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5" name="Arrow: Pentagon 24">
              <a:extLst>
                <a:ext uri="{FF2B5EF4-FFF2-40B4-BE49-F238E27FC236}">
                  <a16:creationId xmlns:a16="http://schemas.microsoft.com/office/drawing/2014/main" id="{D33E52DB-2C2F-8ED6-5739-382D8780D7E5}"/>
                </a:ext>
              </a:extLst>
            </p:cNvPr>
            <p:cNvSpPr/>
            <p:nvPr/>
          </p:nvSpPr>
          <p:spPr bwMode="auto">
            <a:xfrm>
              <a:off x="3686710" y="1846517"/>
              <a:ext cx="4791553" cy="577421"/>
            </a:xfrm>
            <a:prstGeom prst="homePlate">
              <a:avLst/>
            </a:prstGeom>
            <a:solidFill>
              <a:srgbClr val="87C9F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62865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solidFill>
                    <a:srgbClr val="7030A0"/>
                  </a:solidFill>
                  <a:latin typeface="Aptos" panose="020B0004020202020204" pitchFamily="34" charset="0"/>
                </a:rPr>
                <a:t>Allergies / Intolerances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716CC92-BD05-8DA2-6719-F018AF8504C6}"/>
                </a:ext>
              </a:extLst>
            </p:cNvPr>
            <p:cNvGrpSpPr/>
            <p:nvPr/>
          </p:nvGrpSpPr>
          <p:grpSpPr>
            <a:xfrm>
              <a:off x="2997976" y="1159868"/>
              <a:ext cx="422181" cy="4591612"/>
              <a:chOff x="2997976" y="1159868"/>
              <a:chExt cx="422181" cy="459161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82EA5FF-7F5C-D99C-B9B3-FD809BF86221}"/>
                  </a:ext>
                </a:extLst>
              </p:cNvPr>
              <p:cNvSpPr/>
              <p:nvPr/>
            </p:nvSpPr>
            <p:spPr bwMode="auto">
              <a:xfrm rot="17559388">
                <a:off x="2809983" y="5141307"/>
                <a:ext cx="1057843" cy="162504"/>
              </a:xfrm>
              <a:prstGeom prst="roundRect">
                <a:avLst>
                  <a:gd name="adj" fmla="val 50000"/>
                </a:avLst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7946ED0-23B1-B36E-9C13-CC338B2F54FB}"/>
                  </a:ext>
                </a:extLst>
              </p:cNvPr>
              <p:cNvSpPr/>
              <p:nvPr/>
            </p:nvSpPr>
            <p:spPr bwMode="auto">
              <a:xfrm rot="17559388">
                <a:off x="2531189" y="4890955"/>
                <a:ext cx="1478280" cy="162504"/>
              </a:xfrm>
              <a:prstGeom prst="roundRect">
                <a:avLst>
                  <a:gd name="adj" fmla="val 50000"/>
                </a:avLst>
              </a:prstGeom>
              <a:solidFill>
                <a:srgbClr val="E86328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416E9FF-91D3-A2FA-FA4D-7A11912BA804}"/>
                  </a:ext>
                </a:extLst>
              </p:cNvPr>
              <p:cNvSpPr/>
              <p:nvPr/>
            </p:nvSpPr>
            <p:spPr bwMode="auto">
              <a:xfrm rot="17559388">
                <a:off x="2191074" y="4532279"/>
                <a:ext cx="2111117" cy="162504"/>
              </a:xfrm>
              <a:prstGeom prst="roundRect">
                <a:avLst>
                  <a:gd name="adj" fmla="val 50000"/>
                </a:avLst>
              </a:prstGeom>
              <a:solidFill>
                <a:srgbClr val="F7D33E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600D0F9-1B84-54FD-028B-DA8AFF6BB6B4}"/>
                  </a:ext>
                </a:extLst>
              </p:cNvPr>
              <p:cNvSpPr/>
              <p:nvPr/>
            </p:nvSpPr>
            <p:spPr bwMode="auto">
              <a:xfrm rot="17559388">
                <a:off x="1868635" y="4208078"/>
                <a:ext cx="2676120" cy="162504"/>
              </a:xfrm>
              <a:prstGeom prst="roundRect">
                <a:avLst>
                  <a:gd name="adj" fmla="val 50000"/>
                </a:avLst>
              </a:prstGeom>
              <a:solidFill>
                <a:srgbClr val="CAD40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D5252B57-C88C-842A-415B-30A73034551A}"/>
                  </a:ext>
                </a:extLst>
              </p:cNvPr>
              <p:cNvSpPr/>
              <p:nvPr/>
            </p:nvSpPr>
            <p:spPr bwMode="auto">
              <a:xfrm rot="17559388">
                <a:off x="1550830" y="3891230"/>
                <a:ext cx="3223466" cy="162504"/>
              </a:xfrm>
              <a:prstGeom prst="roundRect">
                <a:avLst>
                  <a:gd name="adj" fmla="val 50000"/>
                </a:avLst>
              </a:prstGeom>
              <a:solidFill>
                <a:srgbClr val="54A83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6193A0A-53CB-3B50-D1A3-0340FA3B1136}"/>
                  </a:ext>
                </a:extLst>
              </p:cNvPr>
              <p:cNvSpPr/>
              <p:nvPr/>
            </p:nvSpPr>
            <p:spPr bwMode="auto">
              <a:xfrm rot="17559388">
                <a:off x="1210525" y="3547350"/>
                <a:ext cx="3843158" cy="162504"/>
              </a:xfrm>
              <a:prstGeom prst="roundRect">
                <a:avLst>
                  <a:gd name="adj" fmla="val 50000"/>
                </a:avLst>
              </a:prstGeom>
              <a:solidFill>
                <a:srgbClr val="87C9F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9BFA074-1FB6-4F27-A377-622D4E1A36CA}"/>
                  </a:ext>
                </a:extLst>
              </p:cNvPr>
              <p:cNvSpPr/>
              <p:nvPr/>
            </p:nvSpPr>
            <p:spPr bwMode="auto">
              <a:xfrm rot="17559388">
                <a:off x="909418" y="3248426"/>
                <a:ext cx="4339619" cy="162504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ptos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7337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4F2A-75EF-F58C-AFDB-9520EC8E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635A0-0881-6126-C538-80CC0CA5E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C3E5C4-3E2B-40F1-9F2B-C46CEB0C88DF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AF522F1-7DF7-8FA8-3D82-33EF2446B564}"/>
              </a:ext>
            </a:extLst>
          </p:cNvPr>
          <p:cNvSpPr/>
          <p:nvPr/>
        </p:nvSpPr>
        <p:spPr bwMode="auto">
          <a:xfrm>
            <a:off x="683568" y="1203653"/>
            <a:ext cx="3050389" cy="1080120"/>
          </a:xfrm>
          <a:prstGeom prst="rightArrow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US-PCS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37753B-8FBE-D8DB-806F-A8DB40C5E137}"/>
              </a:ext>
            </a:extLst>
          </p:cNvPr>
          <p:cNvSpPr/>
          <p:nvPr/>
        </p:nvSpPr>
        <p:spPr bwMode="auto">
          <a:xfrm>
            <a:off x="683568" y="3933056"/>
            <a:ext cx="7848872" cy="1904164"/>
          </a:xfrm>
          <a:prstGeom prst="roundRect">
            <a:avLst>
              <a:gd name="adj" fmla="val 9009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b="1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DD68E-659C-D860-9AD8-81A5231FE260}"/>
              </a:ext>
            </a:extLst>
          </p:cNvPr>
          <p:cNvSpPr txBox="1"/>
          <p:nvPr/>
        </p:nvSpPr>
        <p:spPr>
          <a:xfrm>
            <a:off x="683569" y="4081685"/>
            <a:ext cx="784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Composed from US Core Resources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71D082B-D56A-20EF-D790-C06B3AE96205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 bwMode="auto">
          <a:xfrm rot="5400000">
            <a:off x="4878883" y="3077832"/>
            <a:ext cx="584345" cy="1126102"/>
          </a:xfrm>
          <a:prstGeom prst="bentConnector3">
            <a:avLst/>
          </a:prstGeom>
          <a:solidFill>
            <a:schemeClr val="accent1"/>
          </a:solidFill>
          <a:ln w="571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2C77BB-708F-4724-86F6-5083814B4986}"/>
              </a:ext>
            </a:extLst>
          </p:cNvPr>
          <p:cNvSpPr/>
          <p:nvPr/>
        </p:nvSpPr>
        <p:spPr bwMode="auto">
          <a:xfrm>
            <a:off x="3796706" y="116632"/>
            <a:ext cx="3874799" cy="3232079"/>
          </a:xfrm>
          <a:prstGeom prst="roundRect">
            <a:avLst>
              <a:gd name="adj" fmla="val 4745"/>
            </a:avLst>
          </a:prstGeom>
          <a:noFill/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149171-6B82-665F-9374-06D53A7CEC38}"/>
              </a:ext>
            </a:extLst>
          </p:cNvPr>
          <p:cNvSpPr/>
          <p:nvPr/>
        </p:nvSpPr>
        <p:spPr bwMode="auto">
          <a:xfrm>
            <a:off x="5527070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E8632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E9946D-1529-8C2B-BFD4-FFE6FBAF29A8}"/>
              </a:ext>
            </a:extLst>
          </p:cNvPr>
          <p:cNvSpPr/>
          <p:nvPr/>
        </p:nvSpPr>
        <p:spPr bwMode="auto">
          <a:xfrm>
            <a:off x="4584539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F7D33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FFBDBD-B278-0299-2B77-DEEB1039A77E}"/>
              </a:ext>
            </a:extLst>
          </p:cNvPr>
          <p:cNvSpPr/>
          <p:nvPr/>
        </p:nvSpPr>
        <p:spPr bwMode="auto">
          <a:xfrm>
            <a:off x="3642009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CAD4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35B7D2-FA62-D44D-BB2A-E386B72CCFE6}"/>
              </a:ext>
            </a:extLst>
          </p:cNvPr>
          <p:cNvSpPr/>
          <p:nvPr/>
        </p:nvSpPr>
        <p:spPr bwMode="auto">
          <a:xfrm>
            <a:off x="2699478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0595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0A8D3D-B1AA-28D3-96FE-524D87A45028}"/>
              </a:ext>
            </a:extLst>
          </p:cNvPr>
          <p:cNvSpPr/>
          <p:nvPr/>
        </p:nvSpPr>
        <p:spPr bwMode="auto">
          <a:xfrm>
            <a:off x="1756948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87C9F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B24494-C3CE-FF47-65A3-C380E527405C}"/>
              </a:ext>
            </a:extLst>
          </p:cNvPr>
          <p:cNvSpPr/>
          <p:nvPr/>
        </p:nvSpPr>
        <p:spPr bwMode="auto">
          <a:xfrm>
            <a:off x="814417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8585F6-BCCE-75E7-43A4-FE802C68283D}"/>
              </a:ext>
            </a:extLst>
          </p:cNvPr>
          <p:cNvSpPr/>
          <p:nvPr/>
        </p:nvSpPr>
        <p:spPr bwMode="auto">
          <a:xfrm>
            <a:off x="7406629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BD2FB-41E9-5E32-82D8-77C1DCFB0043}"/>
              </a:ext>
            </a:extLst>
          </p:cNvPr>
          <p:cNvSpPr txBox="1"/>
          <p:nvPr/>
        </p:nvSpPr>
        <p:spPr>
          <a:xfrm>
            <a:off x="1887693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Allergy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3A9D8D-8902-8471-B3AB-B7C378920737}"/>
              </a:ext>
            </a:extLst>
          </p:cNvPr>
          <p:cNvSpPr txBox="1"/>
          <p:nvPr/>
        </p:nvSpPr>
        <p:spPr>
          <a:xfrm>
            <a:off x="956250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BE1F66-B0B9-7839-618B-70977F3B8A74}"/>
              </a:ext>
            </a:extLst>
          </p:cNvPr>
          <p:cNvSpPr txBox="1"/>
          <p:nvPr/>
        </p:nvSpPr>
        <p:spPr>
          <a:xfrm>
            <a:off x="2855428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3CB52-1645-B8E7-A68F-370DF6E0F33F}"/>
              </a:ext>
            </a:extLst>
          </p:cNvPr>
          <p:cNvSpPr txBox="1"/>
          <p:nvPr/>
        </p:nvSpPr>
        <p:spPr>
          <a:xfrm>
            <a:off x="3781380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spc="-1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Immunization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2A424-8FC8-53B0-6450-1EF5B8B691D8}"/>
              </a:ext>
            </a:extLst>
          </p:cNvPr>
          <p:cNvSpPr txBox="1"/>
          <p:nvPr/>
        </p:nvSpPr>
        <p:spPr>
          <a:xfrm>
            <a:off x="4717094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CC493-71D1-E5BB-E158-9833F3BF17EB}"/>
              </a:ext>
            </a:extLst>
          </p:cNvPr>
          <p:cNvSpPr txBox="1"/>
          <p:nvPr/>
        </p:nvSpPr>
        <p:spPr>
          <a:xfrm>
            <a:off x="5668048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Procedure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F8B2D4-6031-F858-D6A2-30FB6B984E0F}"/>
              </a:ext>
            </a:extLst>
          </p:cNvPr>
          <p:cNvSpPr txBox="1"/>
          <p:nvPr/>
        </p:nvSpPr>
        <p:spPr>
          <a:xfrm>
            <a:off x="7562539" y="5145669"/>
            <a:ext cx="588597" cy="373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</a:t>
            </a:r>
            <a:b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Profiles</a:t>
            </a:r>
          </a:p>
        </p:txBody>
      </p:sp>
      <p:pic>
        <p:nvPicPr>
          <p:cNvPr id="23" name="Picture 22" descr="A black and white image of a pair of scissors&#10;&#10;Description automatically generated">
            <a:extLst>
              <a:ext uri="{FF2B5EF4-FFF2-40B4-BE49-F238E27FC236}">
                <a16:creationId xmlns:a16="http://schemas.microsoft.com/office/drawing/2014/main" id="{1FE4BAD2-22B3-2570-6A82-2347F5FC5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812" y="4765701"/>
            <a:ext cx="528938" cy="528939"/>
          </a:xfrm>
          <a:prstGeom prst="rect">
            <a:avLst/>
          </a:prstGeom>
        </p:spPr>
      </p:pic>
      <p:pic>
        <p:nvPicPr>
          <p:cNvPr id="24" name="Picture 23" descr="A stethoscope with a cord&#10;&#10;Description automatically generated">
            <a:extLst>
              <a:ext uri="{FF2B5EF4-FFF2-40B4-BE49-F238E27FC236}">
                <a16:creationId xmlns:a16="http://schemas.microsoft.com/office/drawing/2014/main" id="{BB0187C8-BC90-8708-832B-85E7B3865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49" y="4774598"/>
            <a:ext cx="528938" cy="528939"/>
          </a:xfrm>
          <a:prstGeom prst="rect">
            <a:avLst/>
          </a:prstGeom>
        </p:spPr>
      </p:pic>
      <p:pic>
        <p:nvPicPr>
          <p:cNvPr id="25" name="Picture 24" descr="A black and white icon of a syringe and a shield&#10;&#10;Description automatically generated">
            <a:extLst>
              <a:ext uri="{FF2B5EF4-FFF2-40B4-BE49-F238E27FC236}">
                <a16:creationId xmlns:a16="http://schemas.microsoft.com/office/drawing/2014/main" id="{6970B4AA-5DA2-4731-60DA-933AF50C9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751" y="4753104"/>
            <a:ext cx="528938" cy="528939"/>
          </a:xfrm>
          <a:prstGeom prst="rect">
            <a:avLst/>
          </a:prstGeom>
        </p:spPr>
      </p:pic>
      <p:pic>
        <p:nvPicPr>
          <p:cNvPr id="26" name="Picture 25" descr="A black and white line drawing of a test tube&#10;&#10;Description automatically generated">
            <a:extLst>
              <a:ext uri="{FF2B5EF4-FFF2-40B4-BE49-F238E27FC236}">
                <a16:creationId xmlns:a16="http://schemas.microsoft.com/office/drawing/2014/main" id="{CC8332F9-E1C3-EE8B-4F2A-C754EA3718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425" y="4774597"/>
            <a:ext cx="528938" cy="528939"/>
          </a:xfrm>
          <a:prstGeom prst="rect">
            <a:avLst/>
          </a:prstGeom>
        </p:spPr>
      </p:pic>
      <p:pic>
        <p:nvPicPr>
          <p:cNvPr id="27" name="Picture 26" descr="A black and white image of different shapes&#10;&#10;Description automatically generated">
            <a:extLst>
              <a:ext uri="{FF2B5EF4-FFF2-40B4-BE49-F238E27FC236}">
                <a16:creationId xmlns:a16="http://schemas.microsoft.com/office/drawing/2014/main" id="{FE291B3F-651F-A8E8-CFF3-7A109D9FC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68" y="4769723"/>
            <a:ext cx="528938" cy="528939"/>
          </a:xfrm>
          <a:prstGeom prst="rect">
            <a:avLst/>
          </a:prstGeom>
        </p:spPr>
      </p:pic>
      <p:pic>
        <p:nvPicPr>
          <p:cNvPr id="28" name="Picture 27" descr="A black and white clipboard with a cross&#10;&#10;Description automatically generated">
            <a:extLst>
              <a:ext uri="{FF2B5EF4-FFF2-40B4-BE49-F238E27FC236}">
                <a16:creationId xmlns:a16="http://schemas.microsoft.com/office/drawing/2014/main" id="{4AF1C9EA-E0F4-EF17-FD1A-DBF8DEEB0D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548" y="4748968"/>
            <a:ext cx="373854" cy="373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4D60A9-EA8E-E732-B1EF-3922D4B4A0A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754" t="18564" r="80644" b="30366"/>
          <a:stretch/>
        </p:blipFill>
        <p:spPr>
          <a:xfrm>
            <a:off x="1952172" y="4774597"/>
            <a:ext cx="526591" cy="5240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ADED9CD-9C79-A62D-295F-5E02C55730C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4434" r="85778" b="20996"/>
          <a:stretch/>
        </p:blipFill>
        <p:spPr>
          <a:xfrm>
            <a:off x="7707815" y="4729651"/>
            <a:ext cx="515199" cy="425006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0FE0BE-A2D4-9B40-3D84-FD9A8EBFF2D4}"/>
              </a:ext>
            </a:extLst>
          </p:cNvPr>
          <p:cNvSpPr/>
          <p:nvPr/>
        </p:nvSpPr>
        <p:spPr bwMode="auto">
          <a:xfrm>
            <a:off x="6471073" y="4645701"/>
            <a:ext cx="910712" cy="929216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2338F-8FB3-79DC-A16D-493C2CE3B3AA}"/>
              </a:ext>
            </a:extLst>
          </p:cNvPr>
          <p:cNvSpPr txBox="1"/>
          <p:nvPr/>
        </p:nvSpPr>
        <p:spPr>
          <a:xfrm>
            <a:off x="6628203" y="5314920"/>
            <a:ext cx="640080" cy="27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Encounter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7EE3DB7-E016-A4CD-88FD-4D32592704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977" y="4737754"/>
            <a:ext cx="609631" cy="6096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5A099E-3DCC-C6C0-3BC3-E86AE8B7E5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8173" y="384384"/>
            <a:ext cx="3291863" cy="283695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5684ADD-9DB4-5130-5BEC-96E278B1C46A}"/>
              </a:ext>
            </a:extLst>
          </p:cNvPr>
          <p:cNvSpPr txBox="1"/>
          <p:nvPr/>
        </p:nvSpPr>
        <p:spPr>
          <a:xfrm>
            <a:off x="4688787" y="2448422"/>
            <a:ext cx="2692998" cy="5847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60325"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+ Optional sections included when clinically relevant</a:t>
            </a:r>
          </a:p>
        </p:txBody>
      </p:sp>
    </p:spTree>
    <p:extLst>
      <p:ext uri="{BB962C8B-B14F-4D97-AF65-F5344CB8AC3E}">
        <p14:creationId xmlns:p14="http://schemas.microsoft.com/office/powerpoint/2010/main" val="82291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3C72-834F-478F-9555-1EBED251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48E15D-3259-DB65-51B0-268431514C87}"/>
              </a:ext>
            </a:extLst>
          </p:cNvPr>
          <p:cNvSpPr/>
          <p:nvPr/>
        </p:nvSpPr>
        <p:spPr>
          <a:xfrm>
            <a:off x="2993603" y="2059417"/>
            <a:ext cx="3259567" cy="165412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AAF7DD-4F74-D96C-0D0B-307E0DD1DC8F}"/>
              </a:ext>
            </a:extLst>
          </p:cNvPr>
          <p:cNvSpPr/>
          <p:nvPr/>
        </p:nvSpPr>
        <p:spPr>
          <a:xfrm>
            <a:off x="3808244" y="2331047"/>
            <a:ext cx="1655124" cy="4316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b="1" dirty="0">
                <a:solidFill>
                  <a:srgbClr val="00B0F0"/>
                </a:solidFill>
                <a:latin typeface="Aptos" panose="02110004020202020204"/>
              </a:rPr>
              <a:t>Bundle</a:t>
            </a:r>
            <a:endParaRPr lang="en-US" sz="1350" dirty="0">
              <a:solidFill>
                <a:srgbClr val="00B0F0"/>
              </a:solidFill>
              <a:latin typeface="Aptos" panose="0211000402020202020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F1F3C9-AA86-1BE3-BF37-04E7D7489CDE}"/>
              </a:ext>
            </a:extLst>
          </p:cNvPr>
          <p:cNvSpPr/>
          <p:nvPr/>
        </p:nvSpPr>
        <p:spPr>
          <a:xfrm>
            <a:off x="3808244" y="3049568"/>
            <a:ext cx="1655124" cy="4316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b="1" dirty="0">
                <a:solidFill>
                  <a:srgbClr val="00B0F0"/>
                </a:solidFill>
                <a:latin typeface="Aptos" panose="02110004020202020204"/>
              </a:rPr>
              <a:t>Composition</a:t>
            </a:r>
            <a:endParaRPr lang="en-US" sz="1350" dirty="0">
              <a:solidFill>
                <a:srgbClr val="00B0F0"/>
              </a:solidFill>
              <a:latin typeface="Aptos" panose="0211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E5FC4D-8D7D-6812-1438-06B1F6BAB281}"/>
              </a:ext>
            </a:extLst>
          </p:cNvPr>
          <p:cNvSpPr/>
          <p:nvPr/>
        </p:nvSpPr>
        <p:spPr>
          <a:xfrm>
            <a:off x="3808244" y="4208537"/>
            <a:ext cx="1655122" cy="9480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Clinical Resource Profiles</a:t>
            </a:r>
            <a:endParaRPr lang="en-US" sz="135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F6E78-65EF-8123-1ED0-5B8CEB923B56}"/>
              </a:ext>
            </a:extLst>
          </p:cNvPr>
          <p:cNvSpPr txBox="1"/>
          <p:nvPr/>
        </p:nvSpPr>
        <p:spPr>
          <a:xfrm>
            <a:off x="2993603" y="1570402"/>
            <a:ext cx="325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2400" b="1" dirty="0">
                <a:solidFill>
                  <a:srgbClr val="00B0F0"/>
                </a:solidFill>
                <a:latin typeface="Aptos" panose="02110004020202020204"/>
              </a:rPr>
              <a:t>US-PCS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77CDA0-7119-D724-2FBB-6E1D49736EA1}"/>
              </a:ext>
            </a:extLst>
          </p:cNvPr>
          <p:cNvCxnSpPr>
            <a:cxnSpLocks/>
          </p:cNvCxnSpPr>
          <p:nvPr/>
        </p:nvCxnSpPr>
        <p:spPr>
          <a:xfrm>
            <a:off x="2533499" y="4708767"/>
            <a:ext cx="105139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D6ADD7-6E9E-360A-14A8-143B706721DC}"/>
              </a:ext>
            </a:extLst>
          </p:cNvPr>
          <p:cNvSpPr txBox="1"/>
          <p:nvPr/>
        </p:nvSpPr>
        <p:spPr>
          <a:xfrm>
            <a:off x="726976" y="4498167"/>
            <a:ext cx="18298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2100" b="1" dirty="0">
                <a:solidFill>
                  <a:srgbClr val="C00000"/>
                </a:solidFill>
                <a:latin typeface="Aptos" panose="02110004020202020204"/>
              </a:rPr>
              <a:t>US Core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5549F-DC59-D290-E219-E621F8A1116A}"/>
              </a:ext>
            </a:extLst>
          </p:cNvPr>
          <p:cNvSpPr txBox="1"/>
          <p:nvPr/>
        </p:nvSpPr>
        <p:spPr>
          <a:xfrm>
            <a:off x="726976" y="2517120"/>
            <a:ext cx="18271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prstClr val="black"/>
                </a:solidFill>
                <a:latin typeface="Aptos" panose="02110004020202020204"/>
              </a:rPr>
              <a:t>FHIR Clinical </a:t>
            </a:r>
            <a:br>
              <a:rPr lang="en-US" sz="2100" b="1" dirty="0">
                <a:solidFill>
                  <a:prstClr val="black"/>
                </a:solidFill>
                <a:latin typeface="Aptos" panose="02110004020202020204"/>
              </a:rPr>
            </a:br>
            <a:r>
              <a:rPr lang="en-US" sz="2100" b="1" dirty="0">
                <a:solidFill>
                  <a:prstClr val="black"/>
                </a:solidFill>
                <a:latin typeface="Aptos" panose="02110004020202020204"/>
              </a:rPr>
              <a:t>Documents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6F0691-8B36-382F-8F2E-2FF703E7A67A}"/>
              </a:ext>
            </a:extLst>
          </p:cNvPr>
          <p:cNvSpPr txBox="1"/>
          <p:nvPr/>
        </p:nvSpPr>
        <p:spPr>
          <a:xfrm>
            <a:off x="726976" y="1570402"/>
            <a:ext cx="16576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i="1" dirty="0">
                <a:solidFill>
                  <a:prstClr val="black">
                    <a:lumMod val="50000"/>
                    <a:lumOff val="50000"/>
                  </a:prstClr>
                </a:solidFill>
                <a:latin typeface="Aptos" panose="02110004020202020204"/>
              </a:rPr>
              <a:t>Derives from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826C3-610A-2D09-D8B8-AFB5579F8F90}"/>
              </a:ext>
            </a:extLst>
          </p:cNvPr>
          <p:cNvSpPr txBox="1"/>
          <p:nvPr/>
        </p:nvSpPr>
        <p:spPr>
          <a:xfrm>
            <a:off x="6732240" y="1570402"/>
            <a:ext cx="16867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800"/>
            <a:r>
              <a:rPr lang="en-US" sz="2100" i="1" dirty="0">
                <a:solidFill>
                  <a:prstClr val="black">
                    <a:lumMod val="50000"/>
                    <a:lumOff val="50000"/>
                  </a:prstClr>
                </a:solidFill>
                <a:latin typeface="Aptos" panose="02110004020202020204"/>
              </a:rPr>
              <a:t>Conforms to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D17CCC-0059-0B6C-7257-3F51E764A3C1}"/>
              </a:ext>
            </a:extLst>
          </p:cNvPr>
          <p:cNvCxnSpPr>
            <a:cxnSpLocks/>
          </p:cNvCxnSpPr>
          <p:nvPr/>
        </p:nvCxnSpPr>
        <p:spPr>
          <a:xfrm>
            <a:off x="5686723" y="2551628"/>
            <a:ext cx="1007441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36E426E-6FDF-BDAF-DB71-53DED35FD02D}"/>
              </a:ext>
            </a:extLst>
          </p:cNvPr>
          <p:cNvSpPr txBox="1"/>
          <p:nvPr/>
        </p:nvSpPr>
        <p:spPr>
          <a:xfrm>
            <a:off x="6732240" y="2369597"/>
            <a:ext cx="205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C000"/>
                </a:solidFill>
                <a:latin typeface="Aptos" panose="02110004020202020204"/>
              </a:rPr>
              <a:t>IPS Bundle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FD9A42-EEE4-010F-E02F-D340FE3F3C45}"/>
              </a:ext>
            </a:extLst>
          </p:cNvPr>
          <p:cNvCxnSpPr>
            <a:cxnSpLocks/>
          </p:cNvCxnSpPr>
          <p:nvPr/>
        </p:nvCxnSpPr>
        <p:spPr>
          <a:xfrm>
            <a:off x="5686723" y="3279435"/>
            <a:ext cx="1007441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21D359-DD9E-72AB-308E-3AAB707267EF}"/>
              </a:ext>
            </a:extLst>
          </p:cNvPr>
          <p:cNvSpPr txBox="1"/>
          <p:nvPr/>
        </p:nvSpPr>
        <p:spPr>
          <a:xfrm>
            <a:off x="6732240" y="3083228"/>
            <a:ext cx="21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C000"/>
                </a:solidFill>
                <a:latin typeface="Aptos" panose="02110004020202020204"/>
              </a:rPr>
              <a:t>IPS Composition</a:t>
            </a:r>
            <a:endParaRPr lang="en-US" b="1" dirty="0">
              <a:solidFill>
                <a:srgbClr val="00B050"/>
              </a:solidFill>
              <a:latin typeface="Aptos" panose="0211000402020202020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7A2489-072A-6371-8E59-00666D66FB88}"/>
              </a:ext>
            </a:extLst>
          </p:cNvPr>
          <p:cNvCxnSpPr>
            <a:cxnSpLocks/>
          </p:cNvCxnSpPr>
          <p:nvPr/>
        </p:nvCxnSpPr>
        <p:spPr>
          <a:xfrm>
            <a:off x="4639864" y="3614888"/>
            <a:ext cx="0" cy="53736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3D5E92-2BB0-8B21-DA7C-51A11932E932}"/>
              </a:ext>
            </a:extLst>
          </p:cNvPr>
          <p:cNvSpPr txBox="1"/>
          <p:nvPr/>
        </p:nvSpPr>
        <p:spPr>
          <a:xfrm>
            <a:off x="4710858" y="3687320"/>
            <a:ext cx="331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Specify section content </a:t>
            </a:r>
            <a:br>
              <a:rPr lang="en-US" sz="1400" i="1" dirty="0"/>
            </a:br>
            <a:r>
              <a:rPr lang="en-US" sz="1400" i="1" dirty="0"/>
              <a:t>with US Core resources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C78EDC7-F0E9-85EC-99AB-54BDEE443C55}"/>
              </a:ext>
            </a:extLst>
          </p:cNvPr>
          <p:cNvSpPr/>
          <p:nvPr/>
        </p:nvSpPr>
        <p:spPr>
          <a:xfrm>
            <a:off x="2483769" y="2444336"/>
            <a:ext cx="432048" cy="918461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0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0942FD49-C10A-7F86-0182-01018D0A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8" t="17026" r="23535" b="23626"/>
          <a:stretch>
            <a:fillRect/>
          </a:stretch>
        </p:blipFill>
        <p:spPr>
          <a:xfrm>
            <a:off x="693616" y="2591485"/>
            <a:ext cx="1267858" cy="1393017"/>
          </a:xfrm>
          <a:prstGeom prst="rect">
            <a:avLst/>
          </a:prstGeom>
        </p:spPr>
      </p:pic>
      <p:pic>
        <p:nvPicPr>
          <p:cNvPr id="1026" name="Picture 2" descr="logo fhir">
            <a:extLst>
              <a:ext uri="{FF2B5EF4-FFF2-40B4-BE49-F238E27FC236}">
                <a16:creationId xmlns:a16="http://schemas.microsoft.com/office/drawing/2014/main" id="{0FBADC46-2EBA-4767-F677-9F9DCE589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46"/>
          <a:stretch>
            <a:fillRect/>
          </a:stretch>
        </p:blipFill>
        <p:spPr bwMode="auto">
          <a:xfrm>
            <a:off x="677389" y="2301737"/>
            <a:ext cx="576064" cy="84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C0AE77-9580-EE6F-7BC5-7ECDB413B929}"/>
              </a:ext>
            </a:extLst>
          </p:cNvPr>
          <p:cNvSpPr txBox="1"/>
          <p:nvPr/>
        </p:nvSpPr>
        <p:spPr>
          <a:xfrm>
            <a:off x="278644" y="3933056"/>
            <a:ext cx="2068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US-PCS</a:t>
            </a:r>
          </a:p>
          <a:p>
            <a:pPr algn="ctr"/>
            <a:r>
              <a:rPr lang="en-US" sz="2800" b="1" dirty="0"/>
              <a:t>Document*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0F116CE-6A2A-17EA-BE84-B3BDF6FB9DE8}"/>
              </a:ext>
            </a:extLst>
          </p:cNvPr>
          <p:cNvSpPr/>
          <p:nvPr/>
        </p:nvSpPr>
        <p:spPr>
          <a:xfrm>
            <a:off x="2105472" y="3145113"/>
            <a:ext cx="782058" cy="52477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8B91B-17DF-D1E4-E176-ECAC8EBE8ADC}"/>
              </a:ext>
            </a:extLst>
          </p:cNvPr>
          <p:cNvSpPr txBox="1"/>
          <p:nvPr/>
        </p:nvSpPr>
        <p:spPr>
          <a:xfrm>
            <a:off x="2581428" y="3933056"/>
            <a:ext cx="22401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Clinician</a:t>
            </a:r>
            <a:br>
              <a:rPr lang="en-US" sz="2800" b="1" dirty="0"/>
            </a:br>
            <a:r>
              <a:rPr lang="en-US" sz="2800" b="1" dirty="0"/>
              <a:t>or Caregiver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3158F-9128-0415-912D-E82E93CC48E3}"/>
              </a:ext>
            </a:extLst>
          </p:cNvPr>
          <p:cNvSpPr txBox="1"/>
          <p:nvPr/>
        </p:nvSpPr>
        <p:spPr>
          <a:xfrm>
            <a:off x="5292081" y="719688"/>
            <a:ext cx="3851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to Request </a:t>
            </a:r>
            <a:br>
              <a:rPr lang="en-US" sz="2800" b="1" dirty="0"/>
            </a:br>
            <a:r>
              <a:rPr lang="en-US" sz="2800" b="1" dirty="0"/>
              <a:t>Additional Data?</a:t>
            </a:r>
          </a:p>
        </p:txBody>
      </p:sp>
      <p:pic>
        <p:nvPicPr>
          <p:cNvPr id="16" name="Picture 2" descr="logo fhir">
            <a:extLst>
              <a:ext uri="{FF2B5EF4-FFF2-40B4-BE49-F238E27FC236}">
                <a16:creationId xmlns:a16="http://schemas.microsoft.com/office/drawing/2014/main" id="{F7ACDBE7-003D-F83F-904C-48A6640FB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46"/>
          <a:stretch>
            <a:fillRect/>
          </a:stretch>
        </p:blipFill>
        <p:spPr bwMode="auto">
          <a:xfrm>
            <a:off x="6001983" y="1994536"/>
            <a:ext cx="576064" cy="84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CC89D72-0932-AFA5-F38E-FBC780D8C064}"/>
              </a:ext>
            </a:extLst>
          </p:cNvPr>
          <p:cNvCxnSpPr>
            <a:cxnSpLocks/>
            <a:stCxn id="42" idx="3"/>
            <a:endCxn id="25" idx="1"/>
          </p:cNvCxnSpPr>
          <p:nvPr/>
        </p:nvCxnSpPr>
        <p:spPr>
          <a:xfrm flipV="1">
            <a:off x="4373404" y="2416224"/>
            <a:ext cx="1540515" cy="978154"/>
          </a:xfrm>
          <a:prstGeom prst="bentConnector3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7BD74B-DBC6-97A8-5720-9281EB4A1E95}"/>
              </a:ext>
            </a:extLst>
          </p:cNvPr>
          <p:cNvSpPr txBox="1"/>
          <p:nvPr/>
        </p:nvSpPr>
        <p:spPr>
          <a:xfrm>
            <a:off x="6876256" y="1824485"/>
            <a:ext cx="2000799" cy="11834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Use FHIR endpoints from US-PCS to query US Core FHIR Servers  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6515556-E18A-C873-544E-79BF7FF75AD0}"/>
              </a:ext>
            </a:extLst>
          </p:cNvPr>
          <p:cNvCxnSpPr>
            <a:cxnSpLocks/>
            <a:stCxn id="42" idx="3"/>
            <a:endCxn id="39" idx="1"/>
          </p:cNvCxnSpPr>
          <p:nvPr/>
        </p:nvCxnSpPr>
        <p:spPr>
          <a:xfrm>
            <a:off x="4373404" y="3394378"/>
            <a:ext cx="1540515" cy="1047328"/>
          </a:xfrm>
          <a:prstGeom prst="bentConnector3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8E5FA0A-48AB-9A6C-A148-73CE414E80F3}"/>
              </a:ext>
            </a:extLst>
          </p:cNvPr>
          <p:cNvSpPr/>
          <p:nvPr/>
        </p:nvSpPr>
        <p:spPr>
          <a:xfrm>
            <a:off x="5913919" y="2326468"/>
            <a:ext cx="179512" cy="179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103B2-FDD0-BE4B-3BBF-733BECDDC612}"/>
              </a:ext>
            </a:extLst>
          </p:cNvPr>
          <p:cNvSpPr txBox="1"/>
          <p:nvPr/>
        </p:nvSpPr>
        <p:spPr>
          <a:xfrm>
            <a:off x="6876256" y="3757380"/>
            <a:ext cx="2000799" cy="10687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Use HIEs, EHR Networks or TEFCA QHINs to query for other documents or resources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F9A3AC-8A48-66AC-6DC3-8328E38ECACB}"/>
              </a:ext>
            </a:extLst>
          </p:cNvPr>
          <p:cNvSpPr txBox="1"/>
          <p:nvPr/>
        </p:nvSpPr>
        <p:spPr>
          <a:xfrm>
            <a:off x="247756" y="4997032"/>
            <a:ext cx="4540267" cy="776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A US-PCS is a FHIR Clinical Document but only requires Problems, Allergies, Medications and key patient/document information.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E13B725-247D-23A9-8356-9116D94EE4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4" t="20666" r="23960" b="28680"/>
          <a:stretch>
            <a:fillRect/>
          </a:stretch>
        </p:blipFill>
        <p:spPr>
          <a:xfrm>
            <a:off x="5913919" y="3990837"/>
            <a:ext cx="1034345" cy="9017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7FC7297-94B6-BE52-EA94-301C913012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50" t="22046" r="22213" b="29292"/>
          <a:stretch>
            <a:fillRect/>
          </a:stretch>
        </p:blipFill>
        <p:spPr>
          <a:xfrm>
            <a:off x="3059832" y="2769877"/>
            <a:ext cx="1313572" cy="12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1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C45EA6-7E40-6EB5-ABD4-13B9666000F2}"/>
              </a:ext>
            </a:extLst>
          </p:cNvPr>
          <p:cNvSpPr/>
          <p:nvPr/>
        </p:nvSpPr>
        <p:spPr>
          <a:xfrm>
            <a:off x="206505" y="2780928"/>
            <a:ext cx="4158991" cy="3672622"/>
          </a:xfrm>
          <a:prstGeom prst="roundRect">
            <a:avLst>
              <a:gd name="adj" fmla="val 6226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6C2EF-3DB1-9EF8-2696-E6AE6D6E6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8" t="17026" r="23535" b="23626"/>
          <a:stretch>
            <a:fillRect/>
          </a:stretch>
        </p:blipFill>
        <p:spPr>
          <a:xfrm>
            <a:off x="450304" y="3701057"/>
            <a:ext cx="839676" cy="922566"/>
          </a:xfrm>
          <a:prstGeom prst="rect">
            <a:avLst/>
          </a:prstGeom>
        </p:spPr>
      </p:pic>
      <p:pic>
        <p:nvPicPr>
          <p:cNvPr id="5" name="Picture 2" descr="logo fhir">
            <a:extLst>
              <a:ext uri="{FF2B5EF4-FFF2-40B4-BE49-F238E27FC236}">
                <a16:creationId xmlns:a16="http://schemas.microsoft.com/office/drawing/2014/main" id="{17ED4006-1704-AC0D-FE69-C8C006E5E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46"/>
          <a:stretch>
            <a:fillRect/>
          </a:stretch>
        </p:blipFill>
        <p:spPr bwMode="auto">
          <a:xfrm>
            <a:off x="450304" y="3500446"/>
            <a:ext cx="350236" cy="51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680516-85AC-2877-BCF1-D30FC3832B6D}"/>
              </a:ext>
            </a:extLst>
          </p:cNvPr>
          <p:cNvSpPr txBox="1"/>
          <p:nvPr/>
        </p:nvSpPr>
        <p:spPr>
          <a:xfrm>
            <a:off x="0" y="1835372"/>
            <a:ext cx="457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goes into a</a:t>
            </a:r>
            <a:br>
              <a:rPr lang="en-US" sz="2400" b="1" dirty="0"/>
            </a:br>
            <a:r>
              <a:rPr lang="en-US" sz="2400" b="1" dirty="0"/>
              <a:t>US-PCS patient summary?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F6F44-361A-FF12-2270-80FA74827035}"/>
              </a:ext>
            </a:extLst>
          </p:cNvPr>
          <p:cNvSpPr txBox="1"/>
          <p:nvPr/>
        </p:nvSpPr>
        <p:spPr>
          <a:xfrm>
            <a:off x="158635" y="2862913"/>
            <a:ext cx="4185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Summaries Require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86972-71A9-36FF-2D9C-893108288039}"/>
              </a:ext>
            </a:extLst>
          </p:cNvPr>
          <p:cNvSpPr txBox="1"/>
          <p:nvPr/>
        </p:nvSpPr>
        <p:spPr>
          <a:xfrm>
            <a:off x="4571999" y="1835372"/>
            <a:ext cx="457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capabilities must </a:t>
            </a:r>
            <a:br>
              <a:rPr lang="en-US" sz="2400" b="1" dirty="0"/>
            </a:br>
            <a:r>
              <a:rPr lang="en-US" sz="2400" b="1" dirty="0"/>
              <a:t>US-PCS systems support?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421645-74F6-D240-D3FD-5710A2660E3A}"/>
              </a:ext>
            </a:extLst>
          </p:cNvPr>
          <p:cNvCxnSpPr>
            <a:cxnSpLocks/>
          </p:cNvCxnSpPr>
          <p:nvPr/>
        </p:nvCxnSpPr>
        <p:spPr>
          <a:xfrm>
            <a:off x="4584699" y="1835372"/>
            <a:ext cx="0" cy="5022628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1F5697-C786-0EFC-1BD9-139DC83E7969}"/>
              </a:ext>
            </a:extLst>
          </p:cNvPr>
          <p:cNvSpPr txBox="1"/>
          <p:nvPr/>
        </p:nvSpPr>
        <p:spPr>
          <a:xfrm>
            <a:off x="1485176" y="3314229"/>
            <a:ext cx="2734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Patient Information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Document Information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Current Problems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Current Allergies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Current Medications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1120-9C50-AB81-7B83-6BD0BC66F836}"/>
              </a:ext>
            </a:extLst>
          </p:cNvPr>
          <p:cNvSpPr txBox="1"/>
          <p:nvPr/>
        </p:nvSpPr>
        <p:spPr>
          <a:xfrm>
            <a:off x="158635" y="4881718"/>
            <a:ext cx="4185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data may be sent to fulfill the</a:t>
            </a:r>
            <a:br>
              <a:rPr lang="en-US" dirty="0"/>
            </a:br>
            <a:r>
              <a:rPr lang="en-US" dirty="0"/>
              <a:t>use-case of the US-PCS. Summaries </a:t>
            </a:r>
            <a:br>
              <a:rPr lang="en-US" dirty="0"/>
            </a:br>
            <a:r>
              <a:rPr lang="en-US" dirty="0"/>
              <a:t>are </a:t>
            </a:r>
            <a:r>
              <a:rPr lang="en-US" b="1" dirty="0"/>
              <a:t>minimal</a:t>
            </a:r>
            <a:r>
              <a:rPr lang="en-US" dirty="0"/>
              <a:t> and </a:t>
            </a:r>
            <a:r>
              <a:rPr lang="en-US" b="1" dirty="0"/>
              <a:t>non-exhaustive</a:t>
            </a:r>
            <a:r>
              <a:rPr lang="en-US" dirty="0"/>
              <a:t> to support clinical decision-making </a:t>
            </a:r>
            <a:br>
              <a:rPr lang="en-US" dirty="0"/>
            </a:br>
            <a:r>
              <a:rPr lang="en-US" dirty="0"/>
              <a:t>across organizational borders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4B6BA7-5002-B454-4FAA-47549EA44BFD}"/>
              </a:ext>
            </a:extLst>
          </p:cNvPr>
          <p:cNvSpPr/>
          <p:nvPr/>
        </p:nvSpPr>
        <p:spPr>
          <a:xfrm>
            <a:off x="4825298" y="2780928"/>
            <a:ext cx="4112197" cy="3672622"/>
          </a:xfrm>
          <a:prstGeom prst="roundRect">
            <a:avLst>
              <a:gd name="adj" fmla="val 48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D4DF1-FB70-89A6-D18B-0202C380FC94}"/>
              </a:ext>
            </a:extLst>
          </p:cNvPr>
          <p:cNvSpPr txBox="1"/>
          <p:nvPr/>
        </p:nvSpPr>
        <p:spPr>
          <a:xfrm>
            <a:off x="5688920" y="2862913"/>
            <a:ext cx="258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>
                <a:solidFill>
                  <a:schemeClr val="tx2"/>
                </a:solidFill>
              </a:rPr>
              <a:t>Systems Must Support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B14D61-942A-01EC-A9F7-C8D0C50C4D75}"/>
              </a:ext>
            </a:extLst>
          </p:cNvPr>
          <p:cNvSpPr txBox="1"/>
          <p:nvPr/>
        </p:nvSpPr>
        <p:spPr>
          <a:xfrm>
            <a:off x="4934274" y="3243349"/>
            <a:ext cx="4011088" cy="324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US-PCS Bundle &amp; Composition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US Core (6.1.0 or higher)</a:t>
            </a:r>
          </a:p>
          <a:p>
            <a:pPr marL="742950" lvl="1" indent="-285750">
              <a:lnSpc>
                <a:spcPct val="95000"/>
              </a:lnSpc>
              <a:buFont typeface="Aptos" panose="020B0004020202020204" pitchFamily="34" charset="0"/>
              <a:buChar char="–"/>
            </a:pPr>
            <a:r>
              <a:rPr lang="en-US" dirty="0"/>
              <a:t>Patient</a:t>
            </a:r>
          </a:p>
          <a:p>
            <a:pPr marL="742950" lvl="1" indent="-285750">
              <a:lnSpc>
                <a:spcPct val="95000"/>
              </a:lnSpc>
              <a:buFont typeface="Aptos" panose="020B0004020202020204" pitchFamily="34" charset="0"/>
              <a:buChar char="–"/>
            </a:pPr>
            <a:r>
              <a:rPr lang="en-US" dirty="0"/>
              <a:t>Organization</a:t>
            </a:r>
          </a:p>
          <a:p>
            <a:pPr marL="742950" lvl="1" indent="-285750">
              <a:lnSpc>
                <a:spcPct val="95000"/>
              </a:lnSpc>
              <a:buFont typeface="Aptos" panose="020B0004020202020204" pitchFamily="34" charset="0"/>
              <a:buChar char="–"/>
            </a:pPr>
            <a:r>
              <a:rPr lang="en-US" dirty="0"/>
              <a:t>Practitioner</a:t>
            </a:r>
          </a:p>
          <a:p>
            <a:pPr marL="742950" lvl="1" indent="-285750">
              <a:lnSpc>
                <a:spcPct val="95000"/>
              </a:lnSpc>
              <a:buFont typeface="Aptos" panose="020B0004020202020204" pitchFamily="34" charset="0"/>
              <a:buChar char="–"/>
            </a:pPr>
            <a:r>
              <a:rPr lang="en-US" dirty="0"/>
              <a:t>Section Clinical Resources</a:t>
            </a:r>
            <a:br>
              <a:rPr lang="en-US" dirty="0"/>
            </a:br>
            <a:endParaRPr lang="en-US" sz="200" dirty="0"/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Seven Sections</a:t>
            </a:r>
          </a:p>
          <a:p>
            <a:pPr marL="227013" indent="-227013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27013" indent="-227013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US" dirty="0"/>
          </a:p>
          <a:p>
            <a:pPr marL="227013" indent="-227013">
              <a:buFont typeface="Wingdings" panose="05000000000000000000" pitchFamily="2" charset="2"/>
              <a:buChar char="§"/>
            </a:pPr>
            <a:r>
              <a:rPr lang="en-US" dirty="0"/>
              <a:t>The IPS $summary operation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BD516-CDD5-3B12-FEC9-011DBF34E178}"/>
              </a:ext>
            </a:extLst>
          </p:cNvPr>
          <p:cNvSpPr txBox="1"/>
          <p:nvPr/>
        </p:nvSpPr>
        <p:spPr>
          <a:xfrm>
            <a:off x="5204806" y="5139327"/>
            <a:ext cx="1920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+mj-lt"/>
              <a:buAutoNum type="arabicPeriod"/>
            </a:pPr>
            <a:r>
              <a:rPr lang="en-US" dirty="0"/>
              <a:t>Problems</a:t>
            </a:r>
          </a:p>
          <a:p>
            <a:pPr marL="284163" indent="-284163">
              <a:buFont typeface="+mj-lt"/>
              <a:buAutoNum type="arabicPeriod"/>
            </a:pPr>
            <a:r>
              <a:rPr lang="en-US" dirty="0"/>
              <a:t>Allergies</a:t>
            </a:r>
          </a:p>
          <a:p>
            <a:pPr marL="284163" indent="-284163">
              <a:buFont typeface="+mj-lt"/>
              <a:buAutoNum type="arabicPeriod"/>
            </a:pPr>
            <a:r>
              <a:rPr lang="en-US" dirty="0"/>
              <a:t>Medications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1696A9-C897-1AE7-F0AA-3B8D5CC1BA05}"/>
              </a:ext>
            </a:extLst>
          </p:cNvPr>
          <p:cNvSpPr txBox="1"/>
          <p:nvPr/>
        </p:nvSpPr>
        <p:spPr>
          <a:xfrm>
            <a:off x="6914304" y="4862328"/>
            <a:ext cx="2023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arabicPeriod" startAt="4"/>
            </a:pPr>
            <a:r>
              <a:rPr lang="en-US" dirty="0"/>
              <a:t>Encounters</a:t>
            </a:r>
          </a:p>
          <a:p>
            <a:pPr marL="285750" indent="-285750">
              <a:buFont typeface="+mj-lt"/>
              <a:buAutoNum type="arabicPeriod" startAt="4"/>
            </a:pPr>
            <a:r>
              <a:rPr lang="en-US" dirty="0"/>
              <a:t>Immunizations</a:t>
            </a:r>
          </a:p>
          <a:p>
            <a:pPr marL="284163" indent="-284163">
              <a:buFont typeface="+mj-lt"/>
              <a:buAutoNum type="arabicPeriod" startAt="4"/>
            </a:pPr>
            <a:r>
              <a:rPr lang="en-US" dirty="0"/>
              <a:t>Procedures </a:t>
            </a:r>
          </a:p>
          <a:p>
            <a:pPr marL="284163" indent="-284163">
              <a:buFont typeface="+mj-lt"/>
              <a:buAutoNum type="arabicPeriod" startAt="4"/>
            </a:pPr>
            <a:r>
              <a:rPr lang="en-US" dirty="0"/>
              <a:t>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F76489-AC6A-D4E3-2550-970E38CA02C9}"/>
              </a:ext>
            </a:extLst>
          </p:cNvPr>
          <p:cNvSpPr txBox="1"/>
          <p:nvPr/>
        </p:nvSpPr>
        <p:spPr>
          <a:xfrm>
            <a:off x="493677" y="1194114"/>
            <a:ext cx="237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</a:t>
            </a:r>
            <a:b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Principles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8EDF34-AEFD-2B83-B3AA-D12A935EF18D}"/>
              </a:ext>
            </a:extLst>
          </p:cNvPr>
          <p:cNvSpPr txBox="1"/>
          <p:nvPr/>
        </p:nvSpPr>
        <p:spPr>
          <a:xfrm>
            <a:off x="7028375" y="1194114"/>
            <a:ext cx="1416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Technical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Capability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659710-C4CA-B6B6-E79D-46BE56C1AE1C}"/>
              </a:ext>
            </a:extLst>
          </p:cNvPr>
          <p:cNvSpPr txBox="1"/>
          <p:nvPr/>
        </p:nvSpPr>
        <p:spPr>
          <a:xfrm>
            <a:off x="2555776" y="43146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The “US-PCS”</a:t>
            </a:r>
            <a:endParaRPr lang="en-US" dirty="0"/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7169D460-E512-56FB-0D57-9524721F5688}"/>
              </a:ext>
            </a:extLst>
          </p:cNvPr>
          <p:cNvSpPr/>
          <p:nvPr/>
        </p:nvSpPr>
        <p:spPr>
          <a:xfrm rot="5400000">
            <a:off x="6256940" y="835849"/>
            <a:ext cx="1008111" cy="774912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Bent 29">
            <a:extLst>
              <a:ext uri="{FF2B5EF4-FFF2-40B4-BE49-F238E27FC236}">
                <a16:creationId xmlns:a16="http://schemas.microsoft.com/office/drawing/2014/main" id="{E7A9F9D2-6155-7BB1-A393-1A01AD09292E}"/>
              </a:ext>
            </a:extLst>
          </p:cNvPr>
          <p:cNvSpPr/>
          <p:nvPr/>
        </p:nvSpPr>
        <p:spPr>
          <a:xfrm rot="5400000" flipV="1">
            <a:off x="1584003" y="846187"/>
            <a:ext cx="1008111" cy="754236"/>
          </a:xfrm>
          <a:prstGeom prst="ben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66716741-6FE0-11F8-A485-D21578EF6864}"/>
              </a:ext>
            </a:extLst>
          </p:cNvPr>
          <p:cNvSpPr/>
          <p:nvPr/>
        </p:nvSpPr>
        <p:spPr>
          <a:xfrm>
            <a:off x="8045463" y="4225524"/>
            <a:ext cx="607329" cy="234077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29431E6E-6E1A-56A0-B20F-F053AB101DDA}"/>
              </a:ext>
            </a:extLst>
          </p:cNvPr>
          <p:cNvSpPr/>
          <p:nvPr/>
        </p:nvSpPr>
        <p:spPr>
          <a:xfrm>
            <a:off x="8045463" y="4006077"/>
            <a:ext cx="607329" cy="234077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B2FD8B3C-3107-A405-6865-9B770FD85B51}"/>
              </a:ext>
            </a:extLst>
          </p:cNvPr>
          <p:cNvSpPr/>
          <p:nvPr/>
        </p:nvSpPr>
        <p:spPr>
          <a:xfrm>
            <a:off x="8045463" y="3786629"/>
            <a:ext cx="607329" cy="234077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8" name="Picture 2" descr="logo fhir">
            <a:extLst>
              <a:ext uri="{FF2B5EF4-FFF2-40B4-BE49-F238E27FC236}">
                <a16:creationId xmlns:a16="http://schemas.microsoft.com/office/drawing/2014/main" id="{3148ACF8-DD03-E429-47DC-74E3125CB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46"/>
          <a:stretch>
            <a:fillRect/>
          </a:stretch>
        </p:blipFill>
        <p:spPr bwMode="auto">
          <a:xfrm>
            <a:off x="8534139" y="3493358"/>
            <a:ext cx="350236" cy="51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893193"/>
      </p:ext>
    </p:extLst>
  </p:cSld>
  <p:clrMapOvr>
    <a:masterClrMapping/>
  </p:clrMapOvr>
</p:sld>
</file>

<file path=ppt/theme/theme1.xml><?xml version="1.0" encoding="utf-8"?>
<a:theme xmlns:a="http://schemas.openxmlformats.org/drawingml/2006/main" name="Refined">
  <a:themeElements>
    <a:clrScheme name="Refined 6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CC3300"/>
      </a:accent1>
      <a:accent2>
        <a:srgbClr val="666699"/>
      </a:accent2>
      <a:accent3>
        <a:srgbClr val="FFFFFF"/>
      </a:accent3>
      <a:accent4>
        <a:srgbClr val="000000"/>
      </a:accent4>
      <a:accent5>
        <a:srgbClr val="E2ADAA"/>
      </a:accent5>
      <a:accent6>
        <a:srgbClr val="5C5C8A"/>
      </a:accent6>
      <a:hlink>
        <a:srgbClr val="999900"/>
      </a:hlink>
      <a:folHlink>
        <a:srgbClr val="4D4D4D"/>
      </a:folHlink>
    </a:clrScheme>
    <a:fontScheme name="Refined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Ambassador HL7 Power Point Template 2012</Template>
  <TotalTime>64513</TotalTime>
  <Words>228</Words>
  <Application>Microsoft Office PowerPoint</Application>
  <PresentationFormat>On-screen Show (4:3)</PresentationFormat>
  <Paragraphs>69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Georgia</vt:lpstr>
      <vt:lpstr>Times New Roman</vt:lpstr>
      <vt:lpstr>Verdana</vt:lpstr>
      <vt:lpstr>Wingdings</vt:lpstr>
      <vt:lpstr>Refined</vt:lpstr>
      <vt:lpstr>Office Theme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FHIR Webinar</dc:title>
  <dc:creator>Grahame</dc:creator>
  <cp:lastModifiedBy>John DAmore</cp:lastModifiedBy>
  <cp:revision>2019</cp:revision>
  <dcterms:created xsi:type="dcterms:W3CDTF">2012-12-03T20:41:34Z</dcterms:created>
  <dcterms:modified xsi:type="dcterms:W3CDTF">2026-08-13T13:35:14Z</dcterms:modified>
</cp:coreProperties>
</file>