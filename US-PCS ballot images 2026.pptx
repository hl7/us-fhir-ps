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notesMasterIdLst>
    <p:notesMasterId r:id="rId12"/>
  </p:notesMasterIdLst>
  <p:sldIdLst>
    <p:sldId id="801" r:id="rId3"/>
    <p:sldId id="806" r:id="rId4"/>
    <p:sldId id="807" r:id="rId5"/>
    <p:sldId id="808" r:id="rId6"/>
    <p:sldId id="805" r:id="rId7"/>
    <p:sldId id="258" r:id="rId8"/>
    <p:sldId id="802" r:id="rId9"/>
    <p:sldId id="803" r:id="rId10"/>
    <p:sldId id="804" r:id="rId1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0D1D49B2-C01F-438C-A1BE-F96EC5A09F44}">
          <p14:sldIdLst>
            <p14:sldId id="801"/>
            <p14:sldId id="806"/>
            <p14:sldId id="807"/>
            <p14:sldId id="808"/>
            <p14:sldId id="805"/>
            <p14:sldId id="258"/>
            <p14:sldId id="802"/>
            <p14:sldId id="803"/>
            <p14:sldId id="8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2795" userDrawn="1">
          <p15:clr>
            <a:srgbClr val="A4A3A4"/>
          </p15:clr>
        </p15:guide>
        <p15:guide id="4" orient="horz" pos="152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7C9FB"/>
    <a:srgbClr val="F3E6CD"/>
    <a:srgbClr val="E1C387"/>
    <a:srgbClr val="AE832C"/>
    <a:srgbClr val="FF9875"/>
    <a:srgbClr val="EAD6AC"/>
    <a:srgbClr val="54A831"/>
    <a:srgbClr val="E86328"/>
    <a:srgbClr val="CAD404"/>
    <a:srgbClr val="F7D3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C79445-217A-4049-A263-C1F1F47086FA}" v="1" dt="2026-02-06T16:54:38.8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Stile con tema 1 - Color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Stile medio 1 - Color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F5AB1C69-6EDB-4FF4-983F-18BD219EF322}" styleName="Stile medio 2 - Color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Stile chi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Stile chiaro 1 - Color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113A9D2-9D6B-4929-AA2D-F23B5EE8CBE7}" styleName="Stile con tema 2 - Colore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Stile con tema 2 - Colore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Stile chiaro 3 - Color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CAF9ED-07DC-4A11-8D7F-57B35C25682E}" styleName="Stile medio 1 - Colore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DA37D80-6434-44D0-A028-1B22A696006F}" styleName="Stile chiaro 3 - Colore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8603FDC-E32A-4AB5-989C-0864C3EAD2B8}" styleName="Stile con tema 2 - Colore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Stile con tema 1 - Color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418" autoAdjust="0"/>
    <p:restoredTop sz="89677" autoAdjust="0"/>
  </p:normalViewPr>
  <p:slideViewPr>
    <p:cSldViewPr>
      <p:cViewPr varScale="1">
        <p:scale>
          <a:sx n="135" d="100"/>
          <a:sy n="135" d="100"/>
        </p:scale>
        <p:origin x="2862" y="114"/>
      </p:cViewPr>
      <p:guideLst>
        <p:guide orient="horz" pos="2160"/>
        <p:guide pos="2880"/>
        <p:guide orient="horz" pos="2795"/>
        <p:guide orient="horz" pos="152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DAmore" userId="6c907a5d-b0f9-4fba-9ed8-239ca07eb4c3" providerId="ADAL" clId="{0BA83315-BFC7-48B5-B840-776AC1EF4761}"/>
    <pc:docChg chg="undo custSel addSld delSld modSld sldOrd modSection">
      <pc:chgData name="John DAmore" userId="6c907a5d-b0f9-4fba-9ed8-239ca07eb4c3" providerId="ADAL" clId="{0BA83315-BFC7-48B5-B840-776AC1EF4761}" dt="2026-02-06T21:28:02.378" v="693" actId="1038"/>
      <pc:docMkLst>
        <pc:docMk/>
      </pc:docMkLst>
      <pc:sldChg chg="addSp delSp modSp add del mod">
        <pc:chgData name="John DAmore" userId="6c907a5d-b0f9-4fba-9ed8-239ca07eb4c3" providerId="ADAL" clId="{0BA83315-BFC7-48B5-B840-776AC1EF4761}" dt="2026-02-05T12:38:07.400" v="639" actId="1035"/>
        <pc:sldMkLst>
          <pc:docMk/>
          <pc:sldMk cId="544108224" sldId="256"/>
        </pc:sldMkLst>
        <pc:spChg chg="add mod">
          <ac:chgData name="John DAmore" userId="6c907a5d-b0f9-4fba-9ed8-239ca07eb4c3" providerId="ADAL" clId="{0BA83315-BFC7-48B5-B840-776AC1EF4761}" dt="2026-02-05T12:37:31.791" v="632" actId="1035"/>
          <ac:spMkLst>
            <pc:docMk/>
            <pc:sldMk cId="544108224" sldId="256"/>
            <ac:spMk id="2" creationId="{A09679CF-46A1-83D9-9AA2-18AF586750CC}"/>
          </ac:spMkLst>
        </pc:spChg>
        <pc:spChg chg="add del mod">
          <ac:chgData name="John DAmore" userId="6c907a5d-b0f9-4fba-9ed8-239ca07eb4c3" providerId="ADAL" clId="{0BA83315-BFC7-48B5-B840-776AC1EF4761}" dt="2026-02-05T12:35:32.937" v="621" actId="478"/>
          <ac:spMkLst>
            <pc:docMk/>
            <pc:sldMk cId="544108224" sldId="256"/>
            <ac:spMk id="5" creationId="{1971A7DE-37B6-271D-4572-AE8D7B3BB46A}"/>
          </ac:spMkLst>
        </pc:spChg>
        <pc:spChg chg="mod">
          <ac:chgData name="John DAmore" userId="6c907a5d-b0f9-4fba-9ed8-239ca07eb4c3" providerId="ADAL" clId="{0BA83315-BFC7-48B5-B840-776AC1EF4761}" dt="2026-02-04T18:43:34.781" v="168" actId="14100"/>
          <ac:spMkLst>
            <pc:docMk/>
            <pc:sldMk cId="544108224" sldId="256"/>
            <ac:spMk id="6" creationId="{807955C0-4C8D-94DA-5171-A601EC747947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7" creationId="{95C171B9-1515-4E82-711C-6CD0EF2A5BC8}"/>
          </ac:spMkLst>
        </pc:spChg>
        <pc:spChg chg="mod">
          <ac:chgData name="John DAmore" userId="6c907a5d-b0f9-4fba-9ed8-239ca07eb4c3" providerId="ADAL" clId="{0BA83315-BFC7-48B5-B840-776AC1EF4761}" dt="2026-02-05T12:38:07.400" v="639" actId="1035"/>
          <ac:spMkLst>
            <pc:docMk/>
            <pc:sldMk cId="544108224" sldId="256"/>
            <ac:spMk id="8" creationId="{A9FAACDF-F4EB-D565-858E-B4211A573E2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9" creationId="{DF192149-A56A-71A1-F047-20AA0A259F92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10" creationId="{0B78D462-4ACD-B6FC-F337-2929F4182B63}"/>
          </ac:spMkLst>
        </pc:spChg>
        <pc:spChg chg="mod">
          <ac:chgData name="John DAmore" userId="6c907a5d-b0f9-4fba-9ed8-239ca07eb4c3" providerId="ADAL" clId="{0BA83315-BFC7-48B5-B840-776AC1EF4761}" dt="2026-02-04T19:09:42.830" v="550" actId="552"/>
          <ac:spMkLst>
            <pc:docMk/>
            <pc:sldMk cId="544108224" sldId="256"/>
            <ac:spMk id="15" creationId="{6E37BDA2-EE5C-DD66-C96D-F16A6BAD064F}"/>
          </ac:spMkLst>
        </pc:spChg>
        <pc:spChg chg="mod">
          <ac:chgData name="John DAmore" userId="6c907a5d-b0f9-4fba-9ed8-239ca07eb4c3" providerId="ADAL" clId="{0BA83315-BFC7-48B5-B840-776AC1EF4761}" dt="2026-02-05T12:36:12.932" v="627" actId="1076"/>
          <ac:spMkLst>
            <pc:docMk/>
            <pc:sldMk cId="544108224" sldId="256"/>
            <ac:spMk id="16" creationId="{7A0B744D-958C-F050-B522-793E7BCABAA2}"/>
          </ac:spMkLst>
        </pc:spChg>
        <pc:spChg chg="add mod">
          <ac:chgData name="John DAmore" userId="6c907a5d-b0f9-4fba-9ed8-239ca07eb4c3" providerId="ADAL" clId="{0BA83315-BFC7-48B5-B840-776AC1EF4761}" dt="2026-02-04T19:10:21.316" v="588" actId="20577"/>
          <ac:spMkLst>
            <pc:docMk/>
            <pc:sldMk cId="544108224" sldId="256"/>
            <ac:spMk id="19" creationId="{D792E681-0E14-27CE-693D-4DC568F632D6}"/>
          </ac:spMkLst>
        </pc:spChg>
        <pc:spChg chg="add mod">
          <ac:chgData name="John DAmore" userId="6c907a5d-b0f9-4fba-9ed8-239ca07eb4c3" providerId="ADAL" clId="{0BA83315-BFC7-48B5-B840-776AC1EF4761}" dt="2026-02-05T12:36:38.491" v="629" actId="1076"/>
          <ac:spMkLst>
            <pc:docMk/>
            <pc:sldMk cId="544108224" sldId="256"/>
            <ac:spMk id="21" creationId="{44A11B3F-6A4C-285E-CCEB-07CCFAD6FE4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3" creationId="{73241D68-4816-DF18-FE38-52FACB4062EF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4" creationId="{B7992752-4EE0-01E4-A936-C269997C4AF6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26" creationId="{CEC1A5FF-7DEB-2BA5-302B-66B563C7C557}"/>
          </ac:spMkLst>
        </pc:spChg>
        <pc:spChg chg="mod">
          <ac:chgData name="John DAmore" userId="6c907a5d-b0f9-4fba-9ed8-239ca07eb4c3" providerId="ADAL" clId="{0BA83315-BFC7-48B5-B840-776AC1EF4761}" dt="2026-02-05T12:37:46.432" v="634" actId="1035"/>
          <ac:spMkLst>
            <pc:docMk/>
            <pc:sldMk cId="544108224" sldId="256"/>
            <ac:spMk id="28" creationId="{DD26BFA1-BD9A-B2EB-59C7-5447F561A002}"/>
          </ac:spMkLst>
        </pc:sp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3" creationId="{A086E946-56BD-3D8F-8C37-4D31DA363A1C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4" creationId="{B90A097F-31D3-D51F-A111-85FB4A85328F}"/>
          </ac:cxnSpMkLst>
        </pc:cxnChg>
        <pc:cxnChg chg="add mod">
          <ac:chgData name="John DAmore" userId="6c907a5d-b0f9-4fba-9ed8-239ca07eb4c3" providerId="ADAL" clId="{0BA83315-BFC7-48B5-B840-776AC1EF4761}" dt="2026-02-04T18:52:23.015" v="410" actId="1076"/>
          <ac:cxnSpMkLst>
            <pc:docMk/>
            <pc:sldMk cId="544108224" sldId="256"/>
            <ac:cxnSpMk id="12" creationId="{B12E4C1F-E353-D2DB-0F59-C8C553D70B3B}"/>
          </ac:cxnSpMkLst>
        </pc:cxnChg>
        <pc:cxnChg chg="mod">
          <ac:chgData name="John DAmore" userId="6c907a5d-b0f9-4fba-9ed8-239ca07eb4c3" providerId="ADAL" clId="{0BA83315-BFC7-48B5-B840-776AC1EF4761}" dt="2026-02-04T19:09:02.481" v="535" actId="14100"/>
          <ac:cxnSpMkLst>
            <pc:docMk/>
            <pc:sldMk cId="544108224" sldId="256"/>
            <ac:cxnSpMk id="13" creationId="{D786E109-5F90-E406-7B85-44CAA65E5F90}"/>
          </ac:cxnSpMkLst>
        </pc:cxn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17" creationId="{54B9FD6D-A9D2-113D-5126-105212259E54}"/>
          </ac:cxnSpMkLst>
        </pc:cxnChg>
        <pc:cxnChg chg="mod">
          <ac:chgData name="John DAmore" userId="6c907a5d-b0f9-4fba-9ed8-239ca07eb4c3" providerId="ADAL" clId="{0BA83315-BFC7-48B5-B840-776AC1EF4761}" dt="2026-02-05T12:37:54.883" v="637" actId="1035"/>
          <ac:cxnSpMkLst>
            <pc:docMk/>
            <pc:sldMk cId="544108224" sldId="256"/>
            <ac:cxnSpMk id="25" creationId="{AF6B4D76-D508-89C3-EAD8-55976DA9ADE9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27" creationId="{300BC6CA-6D25-E033-3CF5-611B0ACED437}"/>
          </ac:cxnSpMkLst>
        </pc:cxnChg>
      </pc:sldChg>
      <pc:sldChg chg="modSp mod">
        <pc:chgData name="John DAmore" userId="6c907a5d-b0f9-4fba-9ed8-239ca07eb4c3" providerId="ADAL" clId="{0BA83315-BFC7-48B5-B840-776AC1EF4761}" dt="2026-02-06T21:28:02.378" v="693" actId="1038"/>
        <pc:sldMkLst>
          <pc:docMk/>
          <pc:sldMk cId="586627134" sldId="258"/>
        </pc:sldMkLst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" creationId="{0EC5BC7E-65D4-4CFD-ACEA-735694C4FF3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4" creationId="{53F6E2E3-FD38-AFB2-7C3A-EDA087DDFDDA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5" creationId="{28DB9525-86EA-4002-9AEE-0AB1E2F376F6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6" creationId="{A94EA110-57C7-4032-A608-C58DEB29FFE6}"/>
          </ac:spMkLst>
        </pc:spChg>
        <pc:spChg chg="mod">
          <ac:chgData name="John DAmore" userId="6c907a5d-b0f9-4fba-9ed8-239ca07eb4c3" providerId="ADAL" clId="{0BA83315-BFC7-48B5-B840-776AC1EF4761}" dt="2026-02-06T21:25:03.241" v="641" actId="1076"/>
          <ac:spMkLst>
            <pc:docMk/>
            <pc:sldMk cId="586627134" sldId="258"/>
            <ac:spMk id="7" creationId="{21A393D0-6011-4519-80D9-1D1A8FFE0A21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9" creationId="{DD1D32FB-0ACC-876A-89F8-E4AE19DB8A4F}"/>
          </ac:spMkLst>
        </pc:spChg>
        <pc:spChg chg="mod">
          <ac:chgData name="John DAmore" userId="6c907a5d-b0f9-4fba-9ed8-239ca07eb4c3" providerId="ADAL" clId="{0BA83315-BFC7-48B5-B840-776AC1EF4761}" dt="2026-02-04T18:33:08.322" v="66" actId="1076"/>
          <ac:spMkLst>
            <pc:docMk/>
            <pc:sldMk cId="586627134" sldId="258"/>
            <ac:spMk id="10" creationId="{63619E89-3C32-1B10-D60A-33ADA8074109}"/>
          </ac:spMkLst>
        </pc:spChg>
        <pc:spChg chg="mod">
          <ac:chgData name="John DAmore" userId="6c907a5d-b0f9-4fba-9ed8-239ca07eb4c3" providerId="ADAL" clId="{0BA83315-BFC7-48B5-B840-776AC1EF4761}" dt="2026-02-06T21:27:58.043" v="686" actId="1037"/>
          <ac:spMkLst>
            <pc:docMk/>
            <pc:sldMk cId="586627134" sldId="258"/>
            <ac:spMk id="14" creationId="{ECA8EB60-E062-D346-9652-8FEC15E72A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15" creationId="{1C682B63-45F5-4F78-BE9C-77EA0840B2AA}"/>
          </ac:spMkLst>
        </pc:spChg>
        <pc:spChg chg="mod">
          <ac:chgData name="John DAmore" userId="6c907a5d-b0f9-4fba-9ed8-239ca07eb4c3" providerId="ADAL" clId="{0BA83315-BFC7-48B5-B840-776AC1EF4761}" dt="2026-02-04T18:33:43.080" v="68" actId="554"/>
          <ac:spMkLst>
            <pc:docMk/>
            <pc:sldMk cId="586627134" sldId="258"/>
            <ac:spMk id="16" creationId="{AE4ACA72-4E1A-47ED-A713-B45EA3F40DEC}"/>
          </ac:spMkLst>
        </pc:spChg>
        <pc:spChg chg="mod">
          <ac:chgData name="John DAmore" userId="6c907a5d-b0f9-4fba-9ed8-239ca07eb4c3" providerId="ADAL" clId="{0BA83315-BFC7-48B5-B840-776AC1EF4761}" dt="2026-02-04T18:33:37.670" v="67" actId="554"/>
          <ac:spMkLst>
            <pc:docMk/>
            <pc:sldMk cId="586627134" sldId="258"/>
            <ac:spMk id="17" creationId="{BDEA02AF-9740-4819-AF65-CE046F798CCC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19" creationId="{79759D51-F138-4F8F-B11C-CB407BC408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0" creationId="{C525584B-E912-9D4B-B9AB-70638B16221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1" creationId="{EC219C7E-713B-2C42-BD72-A501C0432AE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2" creationId="{C8CE6068-13E4-584E-B455-ECD48D4C03DE}"/>
          </ac:spMkLst>
        </pc:spChg>
        <pc:spChg chg="mod">
          <ac:chgData name="John DAmore" userId="6c907a5d-b0f9-4fba-9ed8-239ca07eb4c3" providerId="ADAL" clId="{0BA83315-BFC7-48B5-B840-776AC1EF4761}" dt="2026-02-06T21:27:47.602" v="680" actId="1076"/>
          <ac:spMkLst>
            <pc:docMk/>
            <pc:sldMk cId="586627134" sldId="258"/>
            <ac:spMk id="23" creationId="{D7DF8F5E-8666-E843-9062-F4029509F061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25" creationId="{8A603298-B960-4F7D-ABF5-CE132BBD53F7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26" creationId="{DBB264FC-6901-455B-A8CD-D91CF6E6DD3C}"/>
          </ac:spMkLst>
        </pc:spChg>
        <pc:spChg chg="mod">
          <ac:chgData name="John DAmore" userId="6c907a5d-b0f9-4fba-9ed8-239ca07eb4c3" providerId="ADAL" clId="{0BA83315-BFC7-48B5-B840-776AC1EF4761}" dt="2026-02-06T21:27:11.469" v="671" actId="554"/>
          <ac:spMkLst>
            <pc:docMk/>
            <pc:sldMk cId="586627134" sldId="258"/>
            <ac:spMk id="27" creationId="{762671BB-2051-4914-A9D8-CC9F42C03D3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9" creationId="{D7E21CF1-2932-43C3-A182-BA3FC80B24B1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0" creationId="{4557AEBE-BBE3-4C10-8D73-43FF56397545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31" creationId="{C1935C84-B9BE-48C7-A36A-4BA1B525FC9B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32" creationId="{9992DE88-B9A5-4F42-9E05-A13CF1870E87}"/>
          </ac:spMkLst>
        </pc:spChg>
        <pc:spChg chg="mod">
          <ac:chgData name="John DAmore" userId="6c907a5d-b0f9-4fba-9ed8-239ca07eb4c3" providerId="ADAL" clId="{0BA83315-BFC7-48B5-B840-776AC1EF4761}" dt="2026-02-06T21:26:40.361" v="666" actId="554"/>
          <ac:spMkLst>
            <pc:docMk/>
            <pc:sldMk cId="586627134" sldId="258"/>
            <ac:spMk id="34" creationId="{0A1CA87B-DCCE-4A78-9B33-A371872550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5" creationId="{A913B4A7-CE46-4AC0-93A7-EE5AEDE7B3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6" creationId="{0DC96E65-7FDF-4424-AF3B-C60B69059751}"/>
          </ac:spMkLst>
        </pc:spChg>
      </pc:sldChg>
      <pc:sldChg chg="addSp modSp add mod ord">
        <pc:chgData name="John DAmore" userId="6c907a5d-b0f9-4fba-9ed8-239ca07eb4c3" providerId="ADAL" clId="{0BA83315-BFC7-48B5-B840-776AC1EF4761}" dt="2026-02-05T12:35:00.500" v="620" actId="6549"/>
        <pc:sldMkLst>
          <pc:docMk/>
          <pc:sldMk cId="2743699321" sldId="801"/>
        </pc:sldMkLst>
        <pc:spChg chg="add mod">
          <ac:chgData name="John DAmore" userId="6c907a5d-b0f9-4fba-9ed8-239ca07eb4c3" providerId="ADAL" clId="{0BA83315-BFC7-48B5-B840-776AC1EF4761}" dt="2026-02-04T19:02:16.243" v="523" actId="20577"/>
          <ac:spMkLst>
            <pc:docMk/>
            <pc:sldMk cId="2743699321" sldId="801"/>
            <ac:spMk id="3" creationId="{9C15CAC6-EF50-6FDC-68EE-C75508B8B77A}"/>
          </ac:spMkLst>
        </pc:spChg>
        <pc:spChg chg="mod">
          <ac:chgData name="John DAmore" userId="6c907a5d-b0f9-4fba-9ed8-239ca07eb4c3" providerId="ADAL" clId="{0BA83315-BFC7-48B5-B840-776AC1EF4761}" dt="2026-02-05T12:34:48.618" v="618" actId="6549"/>
          <ac:spMkLst>
            <pc:docMk/>
            <pc:sldMk cId="2743699321" sldId="801"/>
            <ac:spMk id="5" creationId="{26CB9C79-94C5-48F8-756F-A43816D2EB19}"/>
          </ac:spMkLst>
        </pc:spChg>
        <pc:spChg chg="mod">
          <ac:chgData name="John DAmore" userId="6c907a5d-b0f9-4fba-9ed8-239ca07eb4c3" providerId="ADAL" clId="{0BA83315-BFC7-48B5-B840-776AC1EF4761}" dt="2026-02-04T19:01:10.901" v="423" actId="14100"/>
          <ac:spMkLst>
            <pc:docMk/>
            <pc:sldMk cId="2743699321" sldId="801"/>
            <ac:spMk id="9" creationId="{E5BC8FB1-F8C5-3A12-A641-BC687026EFBB}"/>
          </ac:spMkLst>
        </pc:spChg>
        <pc:spChg chg="mod">
          <ac:chgData name="John DAmore" userId="6c907a5d-b0f9-4fba-9ed8-239ca07eb4c3" providerId="ADAL" clId="{0BA83315-BFC7-48B5-B840-776AC1EF4761}" dt="2026-02-05T12:35:00.500" v="620" actId="6549"/>
          <ac:spMkLst>
            <pc:docMk/>
            <pc:sldMk cId="2743699321" sldId="801"/>
            <ac:spMk id="10" creationId="{B09BE4EC-2F59-A928-CF62-44F83A26E2C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1" creationId="{D3470219-A4F0-2F03-C5C4-0DDC9C0F77A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2" creationId="{5A9F8963-A888-EF93-B662-8087BB87B26D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3" creationId="{FFF9EFAE-508A-288F-EA5D-6B7572ED4586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4" creationId="{393C140E-C182-0A26-0372-5CB4CC7D5C8F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6" creationId="{5CDACA09-75BB-16E0-5AAD-347D147EF114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7" creationId="{D3A1A41E-C451-DEDA-CE2A-47606BA4F23D}"/>
          </ac:spMkLst>
        </pc:spChg>
        <pc:spChg chg="mod ord">
          <ac:chgData name="John DAmore" userId="6c907a5d-b0f9-4fba-9ed8-239ca07eb4c3" providerId="ADAL" clId="{0BA83315-BFC7-48B5-B840-776AC1EF4761}" dt="2026-02-04T18:57:28.048" v="422" actId="166"/>
          <ac:spMkLst>
            <pc:docMk/>
            <pc:sldMk cId="2743699321" sldId="801"/>
            <ac:spMk id="29" creationId="{C4265218-EFC3-3EA1-C528-B0B23AAA3F43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38" creationId="{6EBCA90E-1AE8-5CCB-7FAB-671A026131E7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0" creationId="{64BAEEC1-FB56-B921-A049-E94F7F1FBC4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1" creationId="{8543FCBC-B6FE-8D45-0CB8-1A56EF3A12B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3" creationId="{24831A01-4C1E-6DB5-1CAA-0CF9BECD7E63}"/>
          </ac:spMkLst>
        </pc:spChg>
        <pc:cxnChg chg="mod">
          <ac:chgData name="John DAmore" userId="6c907a5d-b0f9-4fba-9ed8-239ca07eb4c3" providerId="ADAL" clId="{0BA83315-BFC7-48B5-B840-776AC1EF4761}" dt="2026-02-04T19:01:10.901" v="423" actId="14100"/>
          <ac:cxnSpMkLst>
            <pc:docMk/>
            <pc:sldMk cId="2743699321" sldId="801"/>
            <ac:cxnSpMk id="31" creationId="{9E3F5816-CC41-A78D-B58A-CD7AE0E23EE8}"/>
          </ac:cxnSpMkLst>
        </pc:cxnChg>
      </pc:sldChg>
    </pc:docChg>
  </pc:docChgLst>
  <pc:docChgLst>
    <pc:chgData name="John DAmore" userId="6c907a5d-b0f9-4fba-9ed8-239ca07eb4c3" providerId="ADAL" clId="{2088BC83-531C-416A-9CB2-9B5062CAE644}"/>
    <pc:docChg chg="undo custSel addSld modSld">
      <pc:chgData name="John DAmore" userId="6c907a5d-b0f9-4fba-9ed8-239ca07eb4c3" providerId="ADAL" clId="{2088BC83-531C-416A-9CB2-9B5062CAE644}" dt="2026-02-06T16:55:57.830" v="115" actId="20577"/>
      <pc:docMkLst>
        <pc:docMk/>
      </pc:docMkLst>
      <pc:sldChg chg="addSp delSp modSp add mod">
        <pc:chgData name="John DAmore" userId="6c907a5d-b0f9-4fba-9ed8-239ca07eb4c3" providerId="ADAL" clId="{2088BC83-531C-416A-9CB2-9B5062CAE644}" dt="2026-02-06T16:55:57.830" v="115" actId="20577"/>
        <pc:sldMkLst>
          <pc:docMk/>
          <pc:sldMk cId="3279110075" sldId="802"/>
        </pc:sldMkLst>
        <pc:spChg chg="mod">
          <ac:chgData name="John DAmore" userId="6c907a5d-b0f9-4fba-9ed8-239ca07eb4c3" providerId="ADAL" clId="{2088BC83-531C-416A-9CB2-9B5062CAE644}" dt="2026-02-06T16:55:06.773" v="46" actId="1036"/>
          <ac:spMkLst>
            <pc:docMk/>
            <pc:sldMk cId="3279110075" sldId="802"/>
            <ac:spMk id="16" creationId="{0895549F-DC59-D290-E219-E621F8A1116A}"/>
          </ac:spMkLst>
        </pc:spChg>
        <pc:spChg chg="mod">
          <ac:chgData name="John DAmore" userId="6c907a5d-b0f9-4fba-9ed8-239ca07eb4c3" providerId="ADAL" clId="{2088BC83-531C-416A-9CB2-9B5062CAE644}" dt="2026-02-06T16:55:57.830" v="115" actId="20577"/>
          <ac:spMkLst>
            <pc:docMk/>
            <pc:sldMk cId="3279110075" sldId="802"/>
            <ac:spMk id="19" creationId="{403D5E92-2BB0-8B21-DA7C-51A11932E932}"/>
          </ac:spMkLst>
        </pc:spChg>
        <pc:spChg chg="add del mod">
          <ac:chgData name="John DAmore" userId="6c907a5d-b0f9-4fba-9ed8-239ca07eb4c3" providerId="ADAL" clId="{2088BC83-531C-416A-9CB2-9B5062CAE644}" dt="2026-02-06T16:55:23.211" v="62" actId="1035"/>
          <ac:spMkLst>
            <pc:docMk/>
            <pc:sldMk cId="3279110075" sldId="802"/>
            <ac:spMk id="28" creationId="{9C21D359-DD9E-72AB-308E-3AAB707267EF}"/>
          </ac:spMkLst>
        </pc:spChg>
        <pc:cxnChg chg="add del">
          <ac:chgData name="John DAmore" userId="6c907a5d-b0f9-4fba-9ed8-239ca07eb4c3" providerId="ADAL" clId="{2088BC83-531C-416A-9CB2-9B5062CAE644}" dt="2026-02-06T16:55:17.983" v="51" actId="478"/>
          <ac:cxnSpMkLst>
            <pc:docMk/>
            <pc:sldMk cId="3279110075" sldId="802"/>
            <ac:cxnSpMk id="4" creationId="{602AE4C5-F453-93B6-2A8D-671836F8F574}"/>
          </ac:cxnSpMkLst>
        </pc:cxnChg>
        <pc:cxnChg chg="mod">
          <ac:chgData name="John DAmore" userId="6c907a5d-b0f9-4fba-9ed8-239ca07eb4c3" providerId="ADAL" clId="{2088BC83-531C-416A-9CB2-9B5062CAE644}" dt="2026-02-06T16:55:23.211" v="62" actId="1035"/>
          <ac:cxnSpMkLst>
            <pc:docMk/>
            <pc:sldMk cId="3279110075" sldId="802"/>
            <ac:cxnSpMk id="27" creationId="{07FD9A42-EEE4-010F-E02F-D340FE3F3C4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B9A41D-2C14-4FD9-A8FE-469DBFAB3809}" type="datetimeFigureOut">
              <a:rPr lang="en-CA" smtClean="0"/>
              <a:t>2026-06-04</a:t>
            </a:fld>
            <a:endParaRPr lang="en-CA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1F50BE-48AE-4332-BF46-C112AB8C5E91}" type="slidenum">
              <a:rPr lang="en-CA" smtClean="0"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304576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152400" y="152400"/>
            <a:ext cx="8839200" cy="6477000"/>
            <a:chOff x="240" y="288"/>
            <a:chExt cx="5290" cy="3504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blackWhite">
            <a:xfrm>
              <a:off x="240" y="288"/>
              <a:ext cx="5290" cy="3504"/>
            </a:xfrm>
            <a:prstGeom prst="rect">
              <a:avLst/>
            </a:prstGeom>
            <a:solidFill>
              <a:schemeClr val="bg1"/>
            </a:solidFill>
            <a:ln w="50800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auto">
            <a:xfrm>
              <a:off x="285" y="336"/>
              <a:ext cx="5184" cy="3408"/>
            </a:xfrm>
            <a:prstGeom prst="rect">
              <a:avLst/>
            </a:prstGeom>
            <a:noFill/>
            <a:ln w="9525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7" name="Line 5"/>
            <p:cNvSpPr>
              <a:spLocks noChangeShapeType="1"/>
            </p:cNvSpPr>
            <p:nvPr/>
          </p:nvSpPr>
          <p:spPr bwMode="auto">
            <a:xfrm>
              <a:off x="576" y="2256"/>
              <a:ext cx="4608" cy="0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AU" dirty="0"/>
            </a:p>
          </p:txBody>
        </p:sp>
      </p:grpSp>
      <p:sp>
        <p:nvSpPr>
          <p:cNvPr id="8" name="Rectangle 12"/>
          <p:cNvSpPr>
            <a:spLocks noChangeArrowheads="1"/>
          </p:cNvSpPr>
          <p:nvPr/>
        </p:nvSpPr>
        <p:spPr bwMode="auto">
          <a:xfrm>
            <a:off x="0" y="6629400"/>
            <a:ext cx="91440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sz="800" b="1" dirty="0"/>
              <a:t>   © 2016 HL7 ® International. Licensed</a:t>
            </a:r>
            <a:r>
              <a:rPr lang="en-US" sz="800" b="1" baseline="0" dirty="0"/>
              <a:t> under Creative Commons</a:t>
            </a:r>
            <a:r>
              <a:rPr lang="en-US" sz="800" b="1" dirty="0"/>
              <a:t>. HL7 &amp; Health Level Seven are registered trademarks of Health Level Seven International. Reg. U.S. TM Office.</a:t>
            </a:r>
          </a:p>
        </p:txBody>
      </p:sp>
      <p:pic>
        <p:nvPicPr>
          <p:cNvPr id="9" name="Picture 13" descr="HL7 International Logo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798" name="Rectangle 6"/>
          <p:cNvSpPr>
            <a:spLocks noGrp="1" noChangeArrowheads="1"/>
          </p:cNvSpPr>
          <p:nvPr>
            <p:ph type="ctrTitle"/>
          </p:nvPr>
        </p:nvSpPr>
        <p:spPr>
          <a:xfrm>
            <a:off x="1219200" y="838200"/>
            <a:ext cx="6781800" cy="2559050"/>
          </a:xfrm>
        </p:spPr>
        <p:txBody>
          <a:bodyPr anchorCtr="1"/>
          <a:lstStyle>
            <a:lvl1pPr algn="ctr">
              <a:defRPr sz="56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3799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962400"/>
            <a:ext cx="6400800" cy="187325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pic>
        <p:nvPicPr>
          <p:cNvPr id="11" name="Picture 4" descr="Creative Commons Licence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65" y="6192775"/>
            <a:ext cx="838200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907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 bwMode="auto">
          <a:xfrm>
            <a:off x="7876619" y="5565993"/>
            <a:ext cx="1008112" cy="9361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13" descr="HL7 International Logo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69022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52128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38569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555763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6"/>
            <a:ext cx="6552728" cy="115212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544" y="1709118"/>
            <a:ext cx="4040188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358032"/>
            <a:ext cx="4040188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709118"/>
            <a:ext cx="4041775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358032"/>
            <a:ext cx="4041775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8479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32753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323528" y="252899"/>
            <a:ext cx="8568952" cy="6264696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9678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E333006-C981-4946-95F0-93C204ADA334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27877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842811F-6B51-44E6-85A3-00F5DD4B205B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29620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77EA1-7182-CFEA-EFFE-C563B5F600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8B815C-9208-25C9-4721-F644C8DD73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325A7-B5C4-9846-15F9-6DEDBD41B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1F7BA-A65D-A1B8-D0F3-B8227C002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FE079-13EF-A395-B7D6-0503618D7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680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A1F04-6EEC-BAD4-EAF3-D16957995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FFCFD-0016-1442-60FD-5082E2A0B0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E443EB-A426-8DC1-2237-B655F701A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4CF50-6FBF-C227-AC72-8671150CF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05E00-3CEA-16D1-C9C4-C8B552C0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99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E87E6-3658-6457-0AEE-E082BB373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306A0-0A21-C746-F4EC-7BEA9E8732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90099-899C-7DFE-2574-7DFB6D85A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AA1A9-5E70-BEB1-F596-456F50E2B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3BF4E-E414-A215-4781-92993B830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508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ADFE2-D15A-A329-F130-ECA2FB87A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7B778-FF92-30E4-F908-AFDD58BD2E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43ED9F-5941-BEC3-D3BE-E580D9E8F9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6263FC-E2AC-5E0E-CBE5-9C8F3CA2E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0F6E85-11BA-8F4A-8485-0E0EA6515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5173B1-57D5-FB6B-14C0-136CE3F98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7212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9EE59-1367-159A-4B6A-30C530644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469B33-5B32-ABDC-F576-E44E427A9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231047-E848-5ABE-6BF8-9C776ABF8B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12E301-CDA5-70A0-CFE5-BD7AF2904F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546046-64DC-0EA3-A374-4508C261DC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B2A4-B497-2E67-1C9F-52F37440B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D2AB5-0B65-D696-CB71-A05789E39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FD4896-2B6B-E502-3275-37F642972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96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680BA-2A0B-AE37-9815-EF20DA857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191D0F-FBBB-B88D-20E0-0B79CD502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CB3686-BC5D-BA6A-530C-5B853C3F7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679504-E78B-A9CC-39CA-E2F547363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071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1EDBE4-F0D5-69EE-25B0-D7999225C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4A886-B92D-D38C-3F82-3A25657F9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EBEE4-1A74-C42E-D480-8BA70777A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462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9EC20-3640-5B52-CC6B-6A91249DA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A5F8C-8B56-5345-B9A6-A09A5B761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BF7127-14E2-B971-5BF5-EF3D363362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ADA779-C789-00CF-1BCE-057272360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A50E4E-6DB5-7A48-DFBA-6A0CFC7E3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AD8E94-D287-EA87-4B33-A7A7597E4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70264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FC084-F75D-7183-B8DF-1D1187A18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28D623-1FBE-8376-32FD-6FE64F2AAF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173FA9-2C4D-24F0-0D91-08121B98BD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4B1490-6282-9E34-CF6D-C84917F6C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280992-055C-E900-8F78-0284FEA5F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F267EB-F1A8-21E8-4517-9202A5264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8681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FB1E9-A120-AAE9-30C9-B488725A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1D8990-C26E-3148-CFA2-FB1DA428D3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A725A-5895-C567-BDD1-3CE4EFF4F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A56F11-382C-A5BF-DFB4-2A77D972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4BE6B5-FBE5-F3A7-302E-51A6B04D3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5577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8E33EA-AD7D-8B40-2843-1A85C30A4F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CB636F-2630-BFB0-8263-DA67CF1DE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33201-F3E7-67D7-DED7-8257200A9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50D49-BCC6-639D-F85A-F9BB10040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683C1-B849-A401-1436-B27CBC0E5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5"/>
          <p:cNvSpPr>
            <a:spLocks noChangeShapeType="1"/>
          </p:cNvSpPr>
          <p:nvPr/>
        </p:nvSpPr>
        <p:spPr bwMode="auto">
          <a:xfrm>
            <a:off x="461963" y="1600200"/>
            <a:ext cx="8296275" cy="0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AU" dirty="0"/>
          </a:p>
        </p:txBody>
      </p:sp>
      <p:sp>
        <p:nvSpPr>
          <p:cNvPr id="1029" name="Rectangle 6"/>
          <p:cNvSpPr>
            <a:spLocks noGrp="1" noChangeArrowheads="1"/>
          </p:cNvSpPr>
          <p:nvPr>
            <p:ph type="title"/>
          </p:nvPr>
        </p:nvSpPr>
        <p:spPr bwMode="auto">
          <a:xfrm>
            <a:off x="323528" y="332657"/>
            <a:ext cx="6552728" cy="11801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0" name="Rectangle 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828800"/>
            <a:ext cx="8382000" cy="44805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2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hdr="0" ftr="0" dt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2pPr>
      <a:lvl3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3pPr>
      <a:lvl4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4pPr>
      <a:lvl5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5pPr>
      <a:lvl6pPr marL="4572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6pPr>
      <a:lvl7pPr marL="9144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7pPr>
      <a:lvl8pPr marL="13716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8pPr>
      <a:lvl9pPr marL="18288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sz="31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Ø"/>
        <a:defRPr sz="26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55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Char char="•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D2A1AAE-456B-F0E5-4B2D-B7EBCB0F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E1ED5-A9FF-15C9-117E-F61DD8DCB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42527-6DD4-2E75-5C22-204FDD6346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F0FE0-C0B2-431B-95AF-3256C55C95DF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3CC99A-59C8-5323-AF82-A5F443851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BDE20-22BE-D4D2-5246-3B6E487F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61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6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17.emf"/><Relationship Id="rId5" Type="http://schemas.openxmlformats.org/officeDocument/2006/relationships/image" Target="../media/image9.png"/><Relationship Id="rId10" Type="http://schemas.openxmlformats.org/officeDocument/2006/relationships/image" Target="../media/image16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row: Right 4">
            <a:extLst>
              <a:ext uri="{FF2B5EF4-FFF2-40B4-BE49-F238E27FC236}">
                <a16:creationId xmlns:a16="http://schemas.microsoft.com/office/drawing/2014/main" id="{26CB9C79-94C5-48F8-756F-A43816D2EB19}"/>
              </a:ext>
            </a:extLst>
          </p:cNvPr>
          <p:cNvSpPr/>
          <p:nvPr/>
        </p:nvSpPr>
        <p:spPr bwMode="auto">
          <a:xfrm>
            <a:off x="683568" y="1203653"/>
            <a:ext cx="3050389" cy="1080120"/>
          </a:xfrm>
          <a:prstGeom prst="rightArrow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US-PCS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BC8FB1-F8C5-3A12-A641-BC687026EFBB}"/>
              </a:ext>
            </a:extLst>
          </p:cNvPr>
          <p:cNvSpPr/>
          <p:nvPr/>
        </p:nvSpPr>
        <p:spPr bwMode="auto">
          <a:xfrm>
            <a:off x="683568" y="3573015"/>
            <a:ext cx="7848872" cy="2081332"/>
          </a:xfrm>
          <a:prstGeom prst="roundRect">
            <a:avLst>
              <a:gd name="adj" fmla="val 9009"/>
            </a:avLst>
          </a:prstGeom>
          <a:solidFill>
            <a:schemeClr val="bg1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800" b="1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9BE4EC-2F59-A928-CF62-44F83A26E2C0}"/>
              </a:ext>
            </a:extLst>
          </p:cNvPr>
          <p:cNvSpPr txBox="1"/>
          <p:nvPr/>
        </p:nvSpPr>
        <p:spPr>
          <a:xfrm>
            <a:off x="683569" y="3589151"/>
            <a:ext cx="7848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 from US Core Resources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6498BE2-19FD-C235-1FB2-1BE759F02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8472" y="169030"/>
            <a:ext cx="3243967" cy="314936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1AA2319-88DF-2D08-7EA0-574338198C20}"/>
              </a:ext>
            </a:extLst>
          </p:cNvPr>
          <p:cNvSpPr txBox="1"/>
          <p:nvPr/>
        </p:nvSpPr>
        <p:spPr>
          <a:xfrm>
            <a:off x="5076357" y="1139423"/>
            <a:ext cx="15522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Medications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27E468-0E17-C04A-F7BC-30BBB710606B}"/>
              </a:ext>
            </a:extLst>
          </p:cNvPr>
          <p:cNvSpPr txBox="1"/>
          <p:nvPr/>
        </p:nvSpPr>
        <p:spPr>
          <a:xfrm>
            <a:off x="5076358" y="75405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Allergies / Intolerances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FEC245-6F7C-D9B1-DF33-3A8C0590D8F3}"/>
              </a:ext>
            </a:extLst>
          </p:cNvPr>
          <p:cNvSpPr txBox="1"/>
          <p:nvPr/>
        </p:nvSpPr>
        <p:spPr>
          <a:xfrm>
            <a:off x="5076358" y="368677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1C23B8-5BA4-3417-C493-BEE9F8BA6308}"/>
              </a:ext>
            </a:extLst>
          </p:cNvPr>
          <p:cNvSpPr txBox="1"/>
          <p:nvPr/>
        </p:nvSpPr>
        <p:spPr>
          <a:xfrm>
            <a:off x="5076358" y="229554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428657-2412-8851-ABDB-29F72B6787CA}"/>
              </a:ext>
            </a:extLst>
          </p:cNvPr>
          <p:cNvSpPr txBox="1"/>
          <p:nvPr/>
        </p:nvSpPr>
        <p:spPr>
          <a:xfrm>
            <a:off x="5076358" y="1524796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54A831"/>
                </a:solidFill>
                <a:latin typeface="Aptos" panose="020B0004020202020204" pitchFamily="34" charset="0"/>
              </a:rPr>
              <a:t>Immunizations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2A839B-387E-785A-CCAC-B60B15329D71}"/>
              </a:ext>
            </a:extLst>
          </p:cNvPr>
          <p:cNvSpPr txBox="1"/>
          <p:nvPr/>
        </p:nvSpPr>
        <p:spPr>
          <a:xfrm>
            <a:off x="5076358" y="1910169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86328"/>
                </a:solidFill>
                <a:latin typeface="Aptos" panose="020B0004020202020204" pitchFamily="34" charset="0"/>
              </a:rPr>
              <a:t>Results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9E3F5816-CC41-A78D-B58A-CD7AE0E23EE8}"/>
              </a:ext>
            </a:extLst>
          </p:cNvPr>
          <p:cNvCxnSpPr>
            <a:cxnSpLocks/>
            <a:stCxn id="29" idx="2"/>
            <a:endCxn id="9" idx="0"/>
          </p:cNvCxnSpPr>
          <p:nvPr/>
        </p:nvCxnSpPr>
        <p:spPr bwMode="auto">
          <a:xfrm rot="5400000">
            <a:off x="4889774" y="3003216"/>
            <a:ext cx="288030" cy="851569"/>
          </a:xfrm>
          <a:prstGeom prst="bentConnector3">
            <a:avLst/>
          </a:prstGeom>
          <a:solidFill>
            <a:schemeClr val="accent1"/>
          </a:solidFill>
          <a:ln w="5715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689898B-ECF1-B677-FF85-78F4EFC10693}"/>
              </a:ext>
            </a:extLst>
          </p:cNvPr>
          <p:cNvSpPr/>
          <p:nvPr/>
        </p:nvSpPr>
        <p:spPr bwMode="auto">
          <a:xfrm>
            <a:off x="624601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E8632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EBCA90E-1AE8-5CCB-7FAB-671A026131E7}"/>
              </a:ext>
            </a:extLst>
          </p:cNvPr>
          <p:cNvSpPr/>
          <p:nvPr/>
        </p:nvSpPr>
        <p:spPr bwMode="auto">
          <a:xfrm>
            <a:off x="5159692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7D33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70B23A4-40E4-A30D-F574-467FC4E85DE8}"/>
              </a:ext>
            </a:extLst>
          </p:cNvPr>
          <p:cNvSpPr/>
          <p:nvPr/>
        </p:nvSpPr>
        <p:spPr bwMode="auto">
          <a:xfrm>
            <a:off x="4073373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CAD40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4BAEEC1-FB56-B921-A049-E94F7F1FBC40}"/>
              </a:ext>
            </a:extLst>
          </p:cNvPr>
          <p:cNvSpPr/>
          <p:nvPr/>
        </p:nvSpPr>
        <p:spPr bwMode="auto">
          <a:xfrm>
            <a:off x="2987054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05953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8543FCBC-B6FE-8D45-0CB8-1A56EF3A12B0}"/>
              </a:ext>
            </a:extLst>
          </p:cNvPr>
          <p:cNvSpPr/>
          <p:nvPr/>
        </p:nvSpPr>
        <p:spPr bwMode="auto">
          <a:xfrm>
            <a:off x="1900735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1BA5C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ADAD09EE-5BF1-4CF6-C998-38DCD9D25D4E}"/>
              </a:ext>
            </a:extLst>
          </p:cNvPr>
          <p:cNvSpPr/>
          <p:nvPr/>
        </p:nvSpPr>
        <p:spPr bwMode="auto">
          <a:xfrm>
            <a:off x="814416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87C9F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24831A01-4C1E-6DB5-1CAA-0CF9BECD7E63}"/>
              </a:ext>
            </a:extLst>
          </p:cNvPr>
          <p:cNvSpPr/>
          <p:nvPr/>
        </p:nvSpPr>
        <p:spPr bwMode="auto">
          <a:xfrm>
            <a:off x="733233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470219-A4F0-2F03-C5C4-0DDC9C0F77A0}"/>
              </a:ext>
            </a:extLst>
          </p:cNvPr>
          <p:cNvSpPr txBox="1"/>
          <p:nvPr/>
        </p:nvSpPr>
        <p:spPr>
          <a:xfrm>
            <a:off x="2092274" y="4884570"/>
            <a:ext cx="6270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Allergy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9F8963-A888-EF93-B662-8087BB87B26D}"/>
              </a:ext>
            </a:extLst>
          </p:cNvPr>
          <p:cNvSpPr txBox="1"/>
          <p:nvPr/>
        </p:nvSpPr>
        <p:spPr>
          <a:xfrm>
            <a:off x="977888" y="4884570"/>
            <a:ext cx="7296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F9EFAE-508A-288F-EA5D-6B7572ED4586}"/>
              </a:ext>
            </a:extLst>
          </p:cNvPr>
          <p:cNvSpPr txBox="1"/>
          <p:nvPr/>
        </p:nvSpPr>
        <p:spPr>
          <a:xfrm>
            <a:off x="3061847" y="4884570"/>
            <a:ext cx="9060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3C140E-C182-0A26-0372-5CB4CC7D5C8F}"/>
              </a:ext>
            </a:extLst>
          </p:cNvPr>
          <p:cNvSpPr txBox="1"/>
          <p:nvPr/>
        </p:nvSpPr>
        <p:spPr>
          <a:xfrm>
            <a:off x="4062337" y="4884570"/>
            <a:ext cx="10727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Immunization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E6009-EF1A-7CBE-D411-35C3F578B0DE}"/>
              </a:ext>
            </a:extLst>
          </p:cNvPr>
          <p:cNvSpPr txBox="1"/>
          <p:nvPr/>
        </p:nvSpPr>
        <p:spPr>
          <a:xfrm>
            <a:off x="5389686" y="4884570"/>
            <a:ext cx="59824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DACA09-75BB-16E0-5AAD-347D147EF114}"/>
              </a:ext>
            </a:extLst>
          </p:cNvPr>
          <p:cNvSpPr txBox="1"/>
          <p:nvPr/>
        </p:nvSpPr>
        <p:spPr>
          <a:xfrm>
            <a:off x="6355802" y="4884570"/>
            <a:ext cx="8515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Procedure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A1A41E-C451-DEDA-CE2A-47606BA4F23D}"/>
              </a:ext>
            </a:extLst>
          </p:cNvPr>
          <p:cNvSpPr txBox="1"/>
          <p:nvPr/>
        </p:nvSpPr>
        <p:spPr>
          <a:xfrm>
            <a:off x="7517958" y="4819364"/>
            <a:ext cx="67839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 </a:t>
            </a:r>
            <a:b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Profiles</a:t>
            </a:r>
          </a:p>
        </p:txBody>
      </p:sp>
      <p:pic>
        <p:nvPicPr>
          <p:cNvPr id="36" name="Picture 35" descr="A black and white image of a pair of scissors&#10;&#10;Description automatically generated">
            <a:extLst>
              <a:ext uri="{FF2B5EF4-FFF2-40B4-BE49-F238E27FC236}">
                <a16:creationId xmlns:a16="http://schemas.microsoft.com/office/drawing/2014/main" id="{AB98EEB5-C911-98F6-D140-1F8C24366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2361" y="4265126"/>
            <a:ext cx="609631" cy="609631"/>
          </a:xfrm>
          <a:prstGeom prst="rect">
            <a:avLst/>
          </a:prstGeom>
        </p:spPr>
      </p:pic>
      <p:pic>
        <p:nvPicPr>
          <p:cNvPr id="47" name="Picture 46" descr="A stethoscope with a cord&#10;&#10;Description automatically generated">
            <a:extLst>
              <a:ext uri="{FF2B5EF4-FFF2-40B4-BE49-F238E27FC236}">
                <a16:creationId xmlns:a16="http://schemas.microsoft.com/office/drawing/2014/main" id="{8F94DC3C-9075-3D44-4499-54075B06B2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977" y="4301728"/>
            <a:ext cx="609631" cy="609631"/>
          </a:xfrm>
          <a:prstGeom prst="rect">
            <a:avLst/>
          </a:prstGeom>
        </p:spPr>
      </p:pic>
      <p:pic>
        <p:nvPicPr>
          <p:cNvPr id="49" name="Picture 48" descr="A black and white icon of a syringe and a shield&#10;&#10;Description automatically generated">
            <a:extLst>
              <a:ext uri="{FF2B5EF4-FFF2-40B4-BE49-F238E27FC236}">
                <a16:creationId xmlns:a16="http://schemas.microsoft.com/office/drawing/2014/main" id="{FD7CA7DE-D429-6CFA-32E6-662B9E4BC8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4740" y="4276955"/>
            <a:ext cx="609631" cy="609631"/>
          </a:xfrm>
          <a:prstGeom prst="rect">
            <a:avLst/>
          </a:prstGeom>
        </p:spPr>
      </p:pic>
      <p:pic>
        <p:nvPicPr>
          <p:cNvPr id="51" name="Picture 50" descr="A black and white line drawing of a test tube&#10;&#10;Description automatically generated">
            <a:extLst>
              <a:ext uri="{FF2B5EF4-FFF2-40B4-BE49-F238E27FC236}">
                <a16:creationId xmlns:a16="http://schemas.microsoft.com/office/drawing/2014/main" id="{1FB7F293-BD2B-E8E5-EB60-58CAAA6CFD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699" y="4301727"/>
            <a:ext cx="609631" cy="609631"/>
          </a:xfrm>
          <a:prstGeom prst="rect">
            <a:avLst/>
          </a:prstGeom>
        </p:spPr>
      </p:pic>
      <p:pic>
        <p:nvPicPr>
          <p:cNvPr id="53" name="Picture 52" descr="A black and white image of different shapes&#10;&#10;Description automatically generated">
            <a:extLst>
              <a:ext uri="{FF2B5EF4-FFF2-40B4-BE49-F238E27FC236}">
                <a16:creationId xmlns:a16="http://schemas.microsoft.com/office/drawing/2014/main" id="{79E91E8C-1191-C707-53EB-C8AA3B4D23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4129" y="4296109"/>
            <a:ext cx="609631" cy="609631"/>
          </a:xfrm>
          <a:prstGeom prst="rect">
            <a:avLst/>
          </a:prstGeom>
        </p:spPr>
      </p:pic>
      <p:pic>
        <p:nvPicPr>
          <p:cNvPr id="62" name="Picture 61" descr="A black and white clipboard with a cross&#10;&#10;Description automatically generated">
            <a:extLst>
              <a:ext uri="{FF2B5EF4-FFF2-40B4-BE49-F238E27FC236}">
                <a16:creationId xmlns:a16="http://schemas.microsoft.com/office/drawing/2014/main" id="{261A6EF3-5AAC-C4FA-9162-274F3B78D3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4924" y="4362053"/>
            <a:ext cx="430887" cy="430887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A4BEF18-E118-9BE3-D648-495418D43C0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6754" t="18564" r="80644" b="30366"/>
          <a:stretch/>
        </p:blipFill>
        <p:spPr>
          <a:xfrm>
            <a:off x="2125742" y="4301727"/>
            <a:ext cx="606925" cy="604013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1CA0D93D-B437-D9AB-AFEF-F157B62EFC90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4434" r="85778" b="20996"/>
          <a:stretch/>
        </p:blipFill>
        <p:spPr>
          <a:xfrm>
            <a:off x="7671506" y="4339789"/>
            <a:ext cx="593795" cy="489843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C1F0A460-50C4-1A23-22B6-0ADB5F974C0E}"/>
              </a:ext>
            </a:extLst>
          </p:cNvPr>
          <p:cNvSpPr txBox="1"/>
          <p:nvPr/>
        </p:nvSpPr>
        <p:spPr>
          <a:xfrm>
            <a:off x="4840947" y="2689810"/>
            <a:ext cx="16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</a:rPr>
              <a:t>+11 other sections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4265218-EFC3-3EA1-C528-B0B23AAA3F43}"/>
              </a:ext>
            </a:extLst>
          </p:cNvPr>
          <p:cNvSpPr/>
          <p:nvPr/>
        </p:nvSpPr>
        <p:spPr bwMode="auto">
          <a:xfrm>
            <a:off x="3796707" y="169030"/>
            <a:ext cx="3325732" cy="3115955"/>
          </a:xfrm>
          <a:prstGeom prst="roundRect">
            <a:avLst>
              <a:gd name="adj" fmla="val 4745"/>
            </a:avLst>
          </a:prstGeom>
          <a:noFill/>
          <a:ln w="5715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15CAC6-EF50-6FDC-68EE-C75508B8B77A}"/>
              </a:ext>
            </a:extLst>
          </p:cNvPr>
          <p:cNvSpPr txBox="1"/>
          <p:nvPr/>
        </p:nvSpPr>
        <p:spPr>
          <a:xfrm>
            <a:off x="814416" y="5262939"/>
            <a:ext cx="7686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 Core 6.1.0 Resources are defined in a </a:t>
            </a: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separate implementation guide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699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7554427-701E-FA52-56A1-9B2A5AAA4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C3E5C4-3E2B-40F1-9F2B-C46CEB0C88DF}" type="slidenum">
              <a:rPr lang="en-CA" smtClean="0"/>
              <a:pPr/>
              <a:t>2</a:t>
            </a:fld>
            <a:endParaRPr lang="en-CA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B63BF7D-8B95-FC49-F010-3CB23B3B656A}"/>
              </a:ext>
            </a:extLst>
          </p:cNvPr>
          <p:cNvGrpSpPr/>
          <p:nvPr/>
        </p:nvGrpSpPr>
        <p:grpSpPr>
          <a:xfrm>
            <a:off x="2038464" y="1159868"/>
            <a:ext cx="6439800" cy="5634215"/>
            <a:chOff x="2038464" y="1159868"/>
            <a:chExt cx="6439800" cy="5634215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9C1ACDB-8FD1-F8F0-064C-22F24A5CA3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38464" y="5117449"/>
              <a:ext cx="6439799" cy="1676634"/>
            </a:xfrm>
            <a:prstGeom prst="rect">
              <a:avLst/>
            </a:prstGeom>
          </p:spPr>
        </p:pic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486077C-723E-F159-7EC3-37A83B6744CA}"/>
                </a:ext>
              </a:extLst>
            </p:cNvPr>
            <p:cNvSpPr/>
            <p:nvPr/>
          </p:nvSpPr>
          <p:spPr bwMode="auto">
            <a:xfrm rot="1533085">
              <a:off x="2176983" y="5362567"/>
              <a:ext cx="1095367" cy="144017"/>
            </a:xfrm>
            <a:prstGeom prst="rect">
              <a:avLst/>
            </a:prstGeom>
            <a:gradFill flip="none" rotWithShape="1">
              <a:gsLst>
                <a:gs pos="32500">
                  <a:srgbClr val="E1C387"/>
                </a:gs>
                <a:gs pos="0">
                  <a:srgbClr val="F3E6CD"/>
                </a:gs>
                <a:gs pos="65000">
                  <a:srgbClr val="AE832C"/>
                </a:gs>
                <a:gs pos="100000">
                  <a:srgbClr val="F3E6CD"/>
                </a:gs>
              </a:gsLst>
              <a:lin ang="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19" name="Arrow: Pentagon 18">
              <a:extLst>
                <a:ext uri="{FF2B5EF4-FFF2-40B4-BE49-F238E27FC236}">
                  <a16:creationId xmlns:a16="http://schemas.microsoft.com/office/drawing/2014/main" id="{ABE7EA1B-7863-A85F-8F1C-D6DF74D6000B}"/>
                </a:ext>
              </a:extLst>
            </p:cNvPr>
            <p:cNvSpPr/>
            <p:nvPr/>
          </p:nvSpPr>
          <p:spPr bwMode="auto">
            <a:xfrm>
              <a:off x="3367278" y="4723786"/>
              <a:ext cx="5110986" cy="577421"/>
            </a:xfrm>
            <a:prstGeom prst="homePlate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800100" indent="1143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857250" algn="l"/>
                </a:tabLst>
              </a:pPr>
              <a:endParaRPr lang="en-US" sz="2800" b="1" dirty="0">
                <a:solidFill>
                  <a:schemeClr val="bg1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21" name="Arrow: Pentagon 20">
              <a:extLst>
                <a:ext uri="{FF2B5EF4-FFF2-40B4-BE49-F238E27FC236}">
                  <a16:creationId xmlns:a16="http://schemas.microsoft.com/office/drawing/2014/main" id="{5B3517DF-DBA2-06E6-23AC-099B613B1191}"/>
                </a:ext>
              </a:extLst>
            </p:cNvPr>
            <p:cNvSpPr/>
            <p:nvPr/>
          </p:nvSpPr>
          <p:spPr bwMode="auto">
            <a:xfrm>
              <a:off x="3462810" y="4149935"/>
              <a:ext cx="5015454" cy="577421"/>
            </a:xfrm>
            <a:prstGeom prst="homePlate">
              <a:avLst/>
            </a:prstGeom>
            <a:solidFill>
              <a:srgbClr val="E86328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8001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2800" b="1" dirty="0">
                <a:solidFill>
                  <a:schemeClr val="bg1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22" name="Arrow: Pentagon 21">
              <a:extLst>
                <a:ext uri="{FF2B5EF4-FFF2-40B4-BE49-F238E27FC236}">
                  <a16:creationId xmlns:a16="http://schemas.microsoft.com/office/drawing/2014/main" id="{B988A241-5748-E42E-C3DD-BFB446C97C35}"/>
                </a:ext>
              </a:extLst>
            </p:cNvPr>
            <p:cNvSpPr/>
            <p:nvPr/>
          </p:nvSpPr>
          <p:spPr bwMode="auto">
            <a:xfrm>
              <a:off x="3462810" y="3573293"/>
              <a:ext cx="5015454" cy="577421"/>
            </a:xfrm>
            <a:prstGeom prst="homePlate">
              <a:avLst/>
            </a:prstGeom>
            <a:solidFill>
              <a:srgbClr val="F7D33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85725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sz="2800" b="1" dirty="0">
                  <a:solidFill>
                    <a:srgbClr val="E86328"/>
                  </a:solidFill>
                  <a:latin typeface="Aptos" panose="020B0004020202020204" pitchFamily="34" charset="0"/>
                </a:rPr>
                <a:t>Results</a:t>
              </a:r>
            </a:p>
          </p:txBody>
        </p:sp>
        <p:sp>
          <p:nvSpPr>
            <p:cNvPr id="23" name="Arrow: Pentagon 22">
              <a:extLst>
                <a:ext uri="{FF2B5EF4-FFF2-40B4-BE49-F238E27FC236}">
                  <a16:creationId xmlns:a16="http://schemas.microsoft.com/office/drawing/2014/main" id="{D47DE90E-E879-7C15-FC17-5F156C9D967A}"/>
                </a:ext>
              </a:extLst>
            </p:cNvPr>
            <p:cNvSpPr/>
            <p:nvPr/>
          </p:nvSpPr>
          <p:spPr bwMode="auto">
            <a:xfrm>
              <a:off x="3462809" y="2998077"/>
              <a:ext cx="5015454" cy="577421"/>
            </a:xfrm>
            <a:prstGeom prst="homePlate">
              <a:avLst/>
            </a:prstGeom>
            <a:solidFill>
              <a:srgbClr val="CAD404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85725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sz="2800" b="1" dirty="0">
                  <a:solidFill>
                    <a:srgbClr val="54A831"/>
                  </a:solidFill>
                  <a:latin typeface="Aptos" panose="020B0004020202020204" pitchFamily="34" charset="0"/>
                </a:rPr>
                <a:t>Immunizations</a:t>
              </a:r>
            </a:p>
          </p:txBody>
        </p:sp>
        <p:sp>
          <p:nvSpPr>
            <p:cNvPr id="24" name="Arrow: Pentagon 23">
              <a:extLst>
                <a:ext uri="{FF2B5EF4-FFF2-40B4-BE49-F238E27FC236}">
                  <a16:creationId xmlns:a16="http://schemas.microsoft.com/office/drawing/2014/main" id="{2C55BE85-58AB-3B42-D9BD-2E11BEAF0D0F}"/>
                </a:ext>
              </a:extLst>
            </p:cNvPr>
            <p:cNvSpPr/>
            <p:nvPr/>
          </p:nvSpPr>
          <p:spPr bwMode="auto">
            <a:xfrm>
              <a:off x="3635896" y="2419554"/>
              <a:ext cx="4842368" cy="577421"/>
            </a:xfrm>
            <a:prstGeom prst="homePlate">
              <a:avLst/>
            </a:prstGeom>
            <a:solidFill>
              <a:srgbClr val="54A83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6858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2800" b="1" dirty="0">
                <a:solidFill>
                  <a:schemeClr val="bg1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26" name="Arrow: Pentagon 25">
              <a:extLst>
                <a:ext uri="{FF2B5EF4-FFF2-40B4-BE49-F238E27FC236}">
                  <a16:creationId xmlns:a16="http://schemas.microsoft.com/office/drawing/2014/main" id="{33C21BAD-CB12-70DD-E575-061C098AE2EF}"/>
                </a:ext>
              </a:extLst>
            </p:cNvPr>
            <p:cNvSpPr/>
            <p:nvPr/>
          </p:nvSpPr>
          <p:spPr bwMode="auto">
            <a:xfrm>
              <a:off x="3851242" y="1273480"/>
              <a:ext cx="4627021" cy="577421"/>
            </a:xfrm>
            <a:prstGeom prst="homePlate">
              <a:avLst/>
            </a:prstGeom>
            <a:solidFill>
              <a:srgbClr val="7030A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4572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2800" b="1" dirty="0">
                <a:solidFill>
                  <a:schemeClr val="bg1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9A7F87A-463B-B53E-118A-BBB71382FD44}"/>
                </a:ext>
              </a:extLst>
            </p:cNvPr>
            <p:cNvSpPr txBox="1"/>
            <p:nvPr/>
          </p:nvSpPr>
          <p:spPr>
            <a:xfrm>
              <a:off x="4317285" y="1307344"/>
              <a:ext cx="175445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  <a:latin typeface="Aptos" panose="020B0004020202020204" pitchFamily="34" charset="0"/>
                </a:rPr>
                <a:t>Problems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B87A014-7BDF-3F0F-907C-FC53E64E6E96}"/>
                </a:ext>
              </a:extLst>
            </p:cNvPr>
            <p:cNvSpPr txBox="1"/>
            <p:nvPr/>
          </p:nvSpPr>
          <p:spPr>
            <a:xfrm>
              <a:off x="4317285" y="2469371"/>
              <a:ext cx="227453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  <a:latin typeface="Aptos" panose="020B0004020202020204" pitchFamily="34" charset="0"/>
                </a:rPr>
                <a:t>Medications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B83632F-92AC-A135-87F7-B5E6CACD36B2}"/>
                </a:ext>
              </a:extLst>
            </p:cNvPr>
            <p:cNvSpPr txBox="1"/>
            <p:nvPr/>
          </p:nvSpPr>
          <p:spPr>
            <a:xfrm>
              <a:off x="4317285" y="4196845"/>
              <a:ext cx="206460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  <a:latin typeface="Aptos" panose="020B0004020202020204" pitchFamily="34" charset="0"/>
                </a:rPr>
                <a:t>Procedures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F83CB2A-890A-668A-8B55-08F26CA0E982}"/>
                </a:ext>
              </a:extLst>
            </p:cNvPr>
            <p:cNvSpPr txBox="1"/>
            <p:nvPr/>
          </p:nvSpPr>
          <p:spPr>
            <a:xfrm>
              <a:off x="4317285" y="4774526"/>
              <a:ext cx="213346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  <a:latin typeface="Aptos" panose="020B0004020202020204" pitchFamily="34" charset="0"/>
                </a:rPr>
                <a:t>Encounters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2F7958F-C8BE-2EDD-C277-EF681A5E8B47}"/>
                </a:ext>
              </a:extLst>
            </p:cNvPr>
            <p:cNvSpPr/>
            <p:nvPr/>
          </p:nvSpPr>
          <p:spPr bwMode="auto">
            <a:xfrm rot="1387559">
              <a:off x="3723776" y="1336957"/>
              <a:ext cx="459856" cy="573573"/>
            </a:xfrm>
            <a:prstGeom prst="rect">
              <a:avLst/>
            </a:prstGeom>
            <a:solidFill>
              <a:srgbClr val="7030A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3200">
                <a:solidFill>
                  <a:schemeClr val="bg1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25" name="Arrow: Pentagon 24">
              <a:extLst>
                <a:ext uri="{FF2B5EF4-FFF2-40B4-BE49-F238E27FC236}">
                  <a16:creationId xmlns:a16="http://schemas.microsoft.com/office/drawing/2014/main" id="{D33E52DB-2C2F-8ED6-5739-382D8780D7E5}"/>
                </a:ext>
              </a:extLst>
            </p:cNvPr>
            <p:cNvSpPr/>
            <p:nvPr/>
          </p:nvSpPr>
          <p:spPr bwMode="auto">
            <a:xfrm>
              <a:off x="3686710" y="1846517"/>
              <a:ext cx="4791553" cy="577421"/>
            </a:xfrm>
            <a:prstGeom prst="homePlate">
              <a:avLst/>
            </a:prstGeom>
            <a:solidFill>
              <a:srgbClr val="87C9FB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62865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sz="2800" b="1" dirty="0">
                  <a:solidFill>
                    <a:srgbClr val="7030A0"/>
                  </a:solidFill>
                  <a:latin typeface="Aptos" panose="020B0004020202020204" pitchFamily="34" charset="0"/>
                </a:rPr>
                <a:t>Allergies / Intolerances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D716CC92-BD05-8DA2-6719-F018AF8504C6}"/>
                </a:ext>
              </a:extLst>
            </p:cNvPr>
            <p:cNvGrpSpPr/>
            <p:nvPr/>
          </p:nvGrpSpPr>
          <p:grpSpPr>
            <a:xfrm>
              <a:off x="2997976" y="1159868"/>
              <a:ext cx="422181" cy="4591612"/>
              <a:chOff x="2997976" y="1159868"/>
              <a:chExt cx="422181" cy="4591612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782EA5FF-7F5C-D99C-B9B3-FD809BF86221}"/>
                  </a:ext>
                </a:extLst>
              </p:cNvPr>
              <p:cNvSpPr/>
              <p:nvPr/>
            </p:nvSpPr>
            <p:spPr bwMode="auto">
              <a:xfrm rot="17559388">
                <a:off x="2809983" y="5141307"/>
                <a:ext cx="1057843" cy="162504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F7946ED0-23B1-B36E-9C13-CC338B2F54FB}"/>
                  </a:ext>
                </a:extLst>
              </p:cNvPr>
              <p:cNvSpPr/>
              <p:nvPr/>
            </p:nvSpPr>
            <p:spPr bwMode="auto">
              <a:xfrm rot="17559388">
                <a:off x="2531189" y="4890955"/>
                <a:ext cx="1478280" cy="162504"/>
              </a:xfrm>
              <a:prstGeom prst="roundRect">
                <a:avLst>
                  <a:gd name="adj" fmla="val 50000"/>
                </a:avLst>
              </a:prstGeom>
              <a:solidFill>
                <a:srgbClr val="E86328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F416E9FF-91D3-A2FA-FA4D-7A11912BA804}"/>
                  </a:ext>
                </a:extLst>
              </p:cNvPr>
              <p:cNvSpPr/>
              <p:nvPr/>
            </p:nvSpPr>
            <p:spPr bwMode="auto">
              <a:xfrm rot="17559388">
                <a:off x="2191074" y="4532279"/>
                <a:ext cx="2111117" cy="162504"/>
              </a:xfrm>
              <a:prstGeom prst="roundRect">
                <a:avLst>
                  <a:gd name="adj" fmla="val 50000"/>
                </a:avLst>
              </a:prstGeom>
              <a:solidFill>
                <a:srgbClr val="F7D33E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1600D0F9-1B84-54FD-028B-DA8AFF6BB6B4}"/>
                  </a:ext>
                </a:extLst>
              </p:cNvPr>
              <p:cNvSpPr/>
              <p:nvPr/>
            </p:nvSpPr>
            <p:spPr bwMode="auto">
              <a:xfrm rot="17559388">
                <a:off x="1868635" y="4208078"/>
                <a:ext cx="2676120" cy="162504"/>
              </a:xfrm>
              <a:prstGeom prst="roundRect">
                <a:avLst>
                  <a:gd name="adj" fmla="val 50000"/>
                </a:avLst>
              </a:prstGeom>
              <a:solidFill>
                <a:srgbClr val="CAD40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D5252B57-C88C-842A-415B-30A73034551A}"/>
                  </a:ext>
                </a:extLst>
              </p:cNvPr>
              <p:cNvSpPr/>
              <p:nvPr/>
            </p:nvSpPr>
            <p:spPr bwMode="auto">
              <a:xfrm rot="17559388">
                <a:off x="1550830" y="3891230"/>
                <a:ext cx="3223466" cy="162504"/>
              </a:xfrm>
              <a:prstGeom prst="roundRect">
                <a:avLst>
                  <a:gd name="adj" fmla="val 50000"/>
                </a:avLst>
              </a:prstGeom>
              <a:solidFill>
                <a:srgbClr val="54A83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66193A0A-53CB-3B50-D1A3-0340FA3B1136}"/>
                  </a:ext>
                </a:extLst>
              </p:cNvPr>
              <p:cNvSpPr/>
              <p:nvPr/>
            </p:nvSpPr>
            <p:spPr bwMode="auto">
              <a:xfrm rot="17559388">
                <a:off x="1210525" y="3547350"/>
                <a:ext cx="3843158" cy="162504"/>
              </a:xfrm>
              <a:prstGeom prst="roundRect">
                <a:avLst>
                  <a:gd name="adj" fmla="val 50000"/>
                </a:avLst>
              </a:prstGeom>
              <a:solidFill>
                <a:srgbClr val="87C9FB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49BFA074-1FB6-4F27-A377-622D4E1A36CA}"/>
                  </a:ext>
                </a:extLst>
              </p:cNvPr>
              <p:cNvSpPr/>
              <p:nvPr/>
            </p:nvSpPr>
            <p:spPr bwMode="auto">
              <a:xfrm rot="17559388">
                <a:off x="909418" y="3248426"/>
                <a:ext cx="4339619" cy="162504"/>
              </a:xfrm>
              <a:prstGeom prst="roundRect">
                <a:avLst>
                  <a:gd name="adj" fmla="val 50000"/>
                </a:avLst>
              </a:prstGeom>
              <a:solidFill>
                <a:srgbClr val="7030A0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37337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DF1DB27-939A-CC5D-0302-A5C583118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0270" y="259705"/>
            <a:ext cx="3470619" cy="2991233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E1E218-6DD4-FC45-6827-1F4ED02E9F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C3E5C4-3E2B-40F1-9F2B-C46CEB0C88DF}" type="slidenum">
              <a:rPr lang="en-CA" smtClean="0"/>
              <a:pPr/>
              <a:t>3</a:t>
            </a:fld>
            <a:endParaRPr lang="en-CA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EA9A628B-7967-0BC8-CD0C-19B116008529}"/>
              </a:ext>
            </a:extLst>
          </p:cNvPr>
          <p:cNvSpPr/>
          <p:nvPr/>
        </p:nvSpPr>
        <p:spPr bwMode="auto">
          <a:xfrm>
            <a:off x="683568" y="1203653"/>
            <a:ext cx="3050389" cy="1080120"/>
          </a:xfrm>
          <a:prstGeom prst="rightArrow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US-PCS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F486815-229A-4EC5-0B0A-BF84E9D7C22B}"/>
              </a:ext>
            </a:extLst>
          </p:cNvPr>
          <p:cNvSpPr/>
          <p:nvPr/>
        </p:nvSpPr>
        <p:spPr bwMode="auto">
          <a:xfrm>
            <a:off x="683568" y="3933056"/>
            <a:ext cx="7848872" cy="1904164"/>
          </a:xfrm>
          <a:prstGeom prst="roundRect">
            <a:avLst>
              <a:gd name="adj" fmla="val 9009"/>
            </a:avLst>
          </a:prstGeom>
          <a:solidFill>
            <a:schemeClr val="bg1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800" b="1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FFA8CC-426F-ADCA-697F-CB233B5327DC}"/>
              </a:ext>
            </a:extLst>
          </p:cNvPr>
          <p:cNvSpPr txBox="1"/>
          <p:nvPr/>
        </p:nvSpPr>
        <p:spPr>
          <a:xfrm>
            <a:off x="683569" y="3949192"/>
            <a:ext cx="7848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 from US Core Resources</a:t>
            </a:r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FB52AC63-B7A5-EFC3-5AC1-0C45ADB2352C}"/>
              </a:ext>
            </a:extLst>
          </p:cNvPr>
          <p:cNvCxnSpPr>
            <a:cxnSpLocks/>
            <a:stCxn id="8" idx="2"/>
            <a:endCxn id="5" idx="0"/>
          </p:cNvCxnSpPr>
          <p:nvPr/>
        </p:nvCxnSpPr>
        <p:spPr bwMode="auto">
          <a:xfrm rot="5400000">
            <a:off x="4878883" y="3077832"/>
            <a:ext cx="584345" cy="1126102"/>
          </a:xfrm>
          <a:prstGeom prst="bentConnector3">
            <a:avLst/>
          </a:prstGeom>
          <a:solidFill>
            <a:schemeClr val="accent1"/>
          </a:solidFill>
          <a:ln w="5715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3DD1174-A3B8-A695-1197-F68814A9AB78}"/>
              </a:ext>
            </a:extLst>
          </p:cNvPr>
          <p:cNvSpPr/>
          <p:nvPr/>
        </p:nvSpPr>
        <p:spPr bwMode="auto">
          <a:xfrm>
            <a:off x="3796706" y="116632"/>
            <a:ext cx="3874799" cy="3232079"/>
          </a:xfrm>
          <a:prstGeom prst="roundRect">
            <a:avLst>
              <a:gd name="adj" fmla="val 4745"/>
            </a:avLst>
          </a:prstGeom>
          <a:noFill/>
          <a:ln w="5715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662DE05-FAFE-7788-D396-191BCFF09398}"/>
              </a:ext>
            </a:extLst>
          </p:cNvPr>
          <p:cNvSpPr/>
          <p:nvPr/>
        </p:nvSpPr>
        <p:spPr bwMode="auto">
          <a:xfrm>
            <a:off x="5527070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E8632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E83209D-066F-B14A-6B42-B618BAB91370}"/>
              </a:ext>
            </a:extLst>
          </p:cNvPr>
          <p:cNvSpPr/>
          <p:nvPr/>
        </p:nvSpPr>
        <p:spPr bwMode="auto">
          <a:xfrm>
            <a:off x="4584539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7D33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AA4BF78-B642-3FFC-5EAC-AF744A5E62B0}"/>
              </a:ext>
            </a:extLst>
          </p:cNvPr>
          <p:cNvSpPr/>
          <p:nvPr/>
        </p:nvSpPr>
        <p:spPr bwMode="auto">
          <a:xfrm>
            <a:off x="3642009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CAD40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2F332F6-8C71-99A0-E885-17ED5602BE1B}"/>
              </a:ext>
            </a:extLst>
          </p:cNvPr>
          <p:cNvSpPr/>
          <p:nvPr/>
        </p:nvSpPr>
        <p:spPr bwMode="auto">
          <a:xfrm>
            <a:off x="2699478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05953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BF6042C-3073-CADF-6EAA-8A51C20752BB}"/>
              </a:ext>
            </a:extLst>
          </p:cNvPr>
          <p:cNvSpPr/>
          <p:nvPr/>
        </p:nvSpPr>
        <p:spPr bwMode="auto">
          <a:xfrm>
            <a:off x="1756948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87C9F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C2230B9-7344-5662-FA05-1DAF22E09F1C}"/>
              </a:ext>
            </a:extLst>
          </p:cNvPr>
          <p:cNvSpPr/>
          <p:nvPr/>
        </p:nvSpPr>
        <p:spPr bwMode="auto">
          <a:xfrm>
            <a:off x="814417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7030A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DA91108-D75E-5526-AA91-50172A4A30CC}"/>
              </a:ext>
            </a:extLst>
          </p:cNvPr>
          <p:cNvSpPr/>
          <p:nvPr/>
        </p:nvSpPr>
        <p:spPr bwMode="auto">
          <a:xfrm>
            <a:off x="7406629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49516B-5171-95B9-4802-70BDECA7BB1A}"/>
              </a:ext>
            </a:extLst>
          </p:cNvPr>
          <p:cNvSpPr txBox="1"/>
          <p:nvPr/>
        </p:nvSpPr>
        <p:spPr>
          <a:xfrm>
            <a:off x="1923133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Allergy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0CAA3A-E678-76D4-D4D7-AB8203346864}"/>
              </a:ext>
            </a:extLst>
          </p:cNvPr>
          <p:cNvSpPr txBox="1"/>
          <p:nvPr/>
        </p:nvSpPr>
        <p:spPr>
          <a:xfrm>
            <a:off x="956250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D6D3AA-19C8-5467-EDB2-82C17007007A}"/>
              </a:ext>
            </a:extLst>
          </p:cNvPr>
          <p:cNvSpPr txBox="1"/>
          <p:nvPr/>
        </p:nvSpPr>
        <p:spPr>
          <a:xfrm>
            <a:off x="2855428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49FD22-2BCD-2135-ACF7-7889DA0582A0}"/>
              </a:ext>
            </a:extLst>
          </p:cNvPr>
          <p:cNvSpPr txBox="1"/>
          <p:nvPr/>
        </p:nvSpPr>
        <p:spPr>
          <a:xfrm>
            <a:off x="3781380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spc="-10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Immunization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884DFF-1E26-0D90-5C1B-A563FBBE670C}"/>
              </a:ext>
            </a:extLst>
          </p:cNvPr>
          <p:cNvSpPr txBox="1"/>
          <p:nvPr/>
        </p:nvSpPr>
        <p:spPr>
          <a:xfrm>
            <a:off x="4717094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63EB1F-C910-2671-F7F4-EBB2F351A249}"/>
              </a:ext>
            </a:extLst>
          </p:cNvPr>
          <p:cNvSpPr txBox="1"/>
          <p:nvPr/>
        </p:nvSpPr>
        <p:spPr>
          <a:xfrm>
            <a:off x="5668048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Procedure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00C105-88D4-7803-D546-255AFD78D678}"/>
              </a:ext>
            </a:extLst>
          </p:cNvPr>
          <p:cNvSpPr txBox="1"/>
          <p:nvPr/>
        </p:nvSpPr>
        <p:spPr>
          <a:xfrm>
            <a:off x="7562539" y="5013176"/>
            <a:ext cx="588597" cy="3738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 </a:t>
            </a:r>
            <a:b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Profiles</a:t>
            </a:r>
          </a:p>
        </p:txBody>
      </p:sp>
      <p:pic>
        <p:nvPicPr>
          <p:cNvPr id="23" name="Picture 22" descr="A black and white image of a pair of scissors&#10;&#10;Description automatically generated">
            <a:extLst>
              <a:ext uri="{FF2B5EF4-FFF2-40B4-BE49-F238E27FC236}">
                <a16:creationId xmlns:a16="http://schemas.microsoft.com/office/drawing/2014/main" id="{4DA76DF2-CF62-3C2B-58B1-00E7F990FB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812" y="4633208"/>
            <a:ext cx="528938" cy="528939"/>
          </a:xfrm>
          <a:prstGeom prst="rect">
            <a:avLst/>
          </a:prstGeom>
        </p:spPr>
      </p:pic>
      <p:pic>
        <p:nvPicPr>
          <p:cNvPr id="24" name="Picture 23" descr="A stethoscope with a cord&#10;&#10;Description automatically generated">
            <a:extLst>
              <a:ext uri="{FF2B5EF4-FFF2-40B4-BE49-F238E27FC236}">
                <a16:creationId xmlns:a16="http://schemas.microsoft.com/office/drawing/2014/main" id="{61D6E378-258E-49E3-63A4-8A44673833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049" y="4642105"/>
            <a:ext cx="528938" cy="528939"/>
          </a:xfrm>
          <a:prstGeom prst="rect">
            <a:avLst/>
          </a:prstGeom>
        </p:spPr>
      </p:pic>
      <p:pic>
        <p:nvPicPr>
          <p:cNvPr id="25" name="Picture 24" descr="A black and white icon of a syringe and a shield&#10;&#10;Description automatically generated">
            <a:extLst>
              <a:ext uri="{FF2B5EF4-FFF2-40B4-BE49-F238E27FC236}">
                <a16:creationId xmlns:a16="http://schemas.microsoft.com/office/drawing/2014/main" id="{7E3D8486-3023-670D-DDC8-9A4057131D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2751" y="4620611"/>
            <a:ext cx="528938" cy="528939"/>
          </a:xfrm>
          <a:prstGeom prst="rect">
            <a:avLst/>
          </a:prstGeom>
        </p:spPr>
      </p:pic>
      <p:pic>
        <p:nvPicPr>
          <p:cNvPr id="26" name="Picture 25" descr="A black and white line drawing of a test tube&#10;&#10;Description automatically generated">
            <a:extLst>
              <a:ext uri="{FF2B5EF4-FFF2-40B4-BE49-F238E27FC236}">
                <a16:creationId xmlns:a16="http://schemas.microsoft.com/office/drawing/2014/main" id="{38DDCEC0-0195-66C0-7A8D-6E0844E308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425" y="4642104"/>
            <a:ext cx="528938" cy="528939"/>
          </a:xfrm>
          <a:prstGeom prst="rect">
            <a:avLst/>
          </a:prstGeom>
        </p:spPr>
      </p:pic>
      <p:pic>
        <p:nvPicPr>
          <p:cNvPr id="27" name="Picture 26" descr="A black and white image of different shapes&#10;&#10;Description automatically generated">
            <a:extLst>
              <a:ext uri="{FF2B5EF4-FFF2-40B4-BE49-F238E27FC236}">
                <a16:creationId xmlns:a16="http://schemas.microsoft.com/office/drawing/2014/main" id="{B59DEE94-668E-D79B-19DE-442B2184D3D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0468" y="4637230"/>
            <a:ext cx="528938" cy="528939"/>
          </a:xfrm>
          <a:prstGeom prst="rect">
            <a:avLst/>
          </a:prstGeom>
        </p:spPr>
      </p:pic>
      <p:pic>
        <p:nvPicPr>
          <p:cNvPr id="28" name="Picture 27" descr="A black and white clipboard with a cross&#10;&#10;Description automatically generated">
            <a:extLst>
              <a:ext uri="{FF2B5EF4-FFF2-40B4-BE49-F238E27FC236}">
                <a16:creationId xmlns:a16="http://schemas.microsoft.com/office/drawing/2014/main" id="{7106C2E8-93C0-3D9E-0EF0-A32A0BBBDD88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2548" y="4616475"/>
            <a:ext cx="373854" cy="373854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1A505F7-93EE-5482-6317-CBEEFE333280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6754" t="18564" r="80644" b="30366"/>
          <a:stretch/>
        </p:blipFill>
        <p:spPr>
          <a:xfrm>
            <a:off x="1952172" y="4642104"/>
            <a:ext cx="526591" cy="52406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A833FBC-0469-D844-BA8D-9B1904F7F1DC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4434" r="85778" b="20996"/>
          <a:stretch/>
        </p:blipFill>
        <p:spPr>
          <a:xfrm>
            <a:off x="7707815" y="4597158"/>
            <a:ext cx="515199" cy="42500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E63E906F-2F3B-A818-61D5-1A0BEA7FAB5F}"/>
              </a:ext>
            </a:extLst>
          </p:cNvPr>
          <p:cNvSpPr txBox="1"/>
          <p:nvPr/>
        </p:nvSpPr>
        <p:spPr>
          <a:xfrm>
            <a:off x="814415" y="5467888"/>
            <a:ext cx="75029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 Core 6.1.0 Resources are defined in a separate implementation guide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35DDA96-CD7C-6133-01F0-31BA7E023124}"/>
              </a:ext>
            </a:extLst>
          </p:cNvPr>
          <p:cNvSpPr/>
          <p:nvPr/>
        </p:nvSpPr>
        <p:spPr bwMode="auto">
          <a:xfrm>
            <a:off x="6471073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6290D4-C751-6D03-A863-AFE8B9116A50}"/>
              </a:ext>
            </a:extLst>
          </p:cNvPr>
          <p:cNvSpPr txBox="1"/>
          <p:nvPr/>
        </p:nvSpPr>
        <p:spPr>
          <a:xfrm>
            <a:off x="6628203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Encounter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6C209347-FE96-5A3D-C1E0-923C3480CDF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4977" y="4605261"/>
            <a:ext cx="609631" cy="609631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97D829CF-92C0-2AD4-C217-0D9575FA9E17}"/>
              </a:ext>
            </a:extLst>
          </p:cNvPr>
          <p:cNvSpPr txBox="1"/>
          <p:nvPr/>
        </p:nvSpPr>
        <p:spPr>
          <a:xfrm>
            <a:off x="4688787" y="2448422"/>
            <a:ext cx="2632987" cy="646331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60325" algn="ctr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</a:rPr>
              <a:t>+ 10 Optional Sections: Alerts, Advance Directives, Functional Status, Past Problems, Medical Devices, Patient Story, Plan of Care, Social History and Vital Signs</a:t>
            </a:r>
          </a:p>
        </p:txBody>
      </p:sp>
    </p:spTree>
    <p:extLst>
      <p:ext uri="{BB962C8B-B14F-4D97-AF65-F5344CB8AC3E}">
        <p14:creationId xmlns:p14="http://schemas.microsoft.com/office/powerpoint/2010/main" val="1092305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F4F2A-75EF-F58C-AFDB-9520EC8E6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71635A0-0881-6126-C538-80CC0CA5E4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C3E5C4-3E2B-40F1-9F2B-C46CEB0C88DF}" type="slidenum">
              <a:rPr lang="en-CA" smtClean="0"/>
              <a:pPr/>
              <a:t>4</a:t>
            </a:fld>
            <a:endParaRPr lang="en-CA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6AF522F1-7DF7-8FA8-3D82-33EF2446B564}"/>
              </a:ext>
            </a:extLst>
          </p:cNvPr>
          <p:cNvSpPr/>
          <p:nvPr/>
        </p:nvSpPr>
        <p:spPr bwMode="auto">
          <a:xfrm>
            <a:off x="683568" y="1203653"/>
            <a:ext cx="3050389" cy="1080120"/>
          </a:xfrm>
          <a:prstGeom prst="rightArrow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US-PCS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937753B-8FBE-D8DB-806F-A8DB40C5E137}"/>
              </a:ext>
            </a:extLst>
          </p:cNvPr>
          <p:cNvSpPr/>
          <p:nvPr/>
        </p:nvSpPr>
        <p:spPr bwMode="auto">
          <a:xfrm>
            <a:off x="683568" y="3933056"/>
            <a:ext cx="7848872" cy="1904164"/>
          </a:xfrm>
          <a:prstGeom prst="roundRect">
            <a:avLst>
              <a:gd name="adj" fmla="val 9009"/>
            </a:avLst>
          </a:prstGeom>
          <a:solidFill>
            <a:schemeClr val="bg1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800" b="1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ADD68E-659C-D860-9AD8-81A5231FE260}"/>
              </a:ext>
            </a:extLst>
          </p:cNvPr>
          <p:cNvSpPr txBox="1"/>
          <p:nvPr/>
        </p:nvSpPr>
        <p:spPr>
          <a:xfrm>
            <a:off x="683569" y="4081685"/>
            <a:ext cx="7848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 from US Core Resources</a:t>
            </a:r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471D082B-D56A-20EF-D790-C06B3AE96205}"/>
              </a:ext>
            </a:extLst>
          </p:cNvPr>
          <p:cNvCxnSpPr>
            <a:cxnSpLocks/>
            <a:stCxn id="8" idx="2"/>
            <a:endCxn id="5" idx="0"/>
          </p:cNvCxnSpPr>
          <p:nvPr/>
        </p:nvCxnSpPr>
        <p:spPr bwMode="auto">
          <a:xfrm rot="5400000">
            <a:off x="4878883" y="3077832"/>
            <a:ext cx="584345" cy="1126102"/>
          </a:xfrm>
          <a:prstGeom prst="bentConnector3">
            <a:avLst/>
          </a:prstGeom>
          <a:solidFill>
            <a:schemeClr val="accent1"/>
          </a:solidFill>
          <a:ln w="5715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82C77BB-708F-4724-86F6-5083814B4986}"/>
              </a:ext>
            </a:extLst>
          </p:cNvPr>
          <p:cNvSpPr/>
          <p:nvPr/>
        </p:nvSpPr>
        <p:spPr bwMode="auto">
          <a:xfrm>
            <a:off x="3796706" y="116632"/>
            <a:ext cx="3874799" cy="3232079"/>
          </a:xfrm>
          <a:prstGeom prst="roundRect">
            <a:avLst>
              <a:gd name="adj" fmla="val 4745"/>
            </a:avLst>
          </a:prstGeom>
          <a:noFill/>
          <a:ln w="5715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C149171-6B82-665F-9374-06D53A7CEC38}"/>
              </a:ext>
            </a:extLst>
          </p:cNvPr>
          <p:cNvSpPr/>
          <p:nvPr/>
        </p:nvSpPr>
        <p:spPr bwMode="auto">
          <a:xfrm>
            <a:off x="5527070" y="4645701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E8632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EE9946D-1529-8C2B-BFD4-FFE6FBAF29A8}"/>
              </a:ext>
            </a:extLst>
          </p:cNvPr>
          <p:cNvSpPr/>
          <p:nvPr/>
        </p:nvSpPr>
        <p:spPr bwMode="auto">
          <a:xfrm>
            <a:off x="4584539" y="4645701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7D33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1FFBDBD-B278-0299-2B77-DEEB1039A77E}"/>
              </a:ext>
            </a:extLst>
          </p:cNvPr>
          <p:cNvSpPr/>
          <p:nvPr/>
        </p:nvSpPr>
        <p:spPr bwMode="auto">
          <a:xfrm>
            <a:off x="3642009" y="4645701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CAD40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935B7D2-FA62-D44D-BB2A-E386B72CCFE6}"/>
              </a:ext>
            </a:extLst>
          </p:cNvPr>
          <p:cNvSpPr/>
          <p:nvPr/>
        </p:nvSpPr>
        <p:spPr bwMode="auto">
          <a:xfrm>
            <a:off x="2699478" y="4645701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05953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F0A8D3D-B1AA-28D3-96FE-524D87A45028}"/>
              </a:ext>
            </a:extLst>
          </p:cNvPr>
          <p:cNvSpPr/>
          <p:nvPr/>
        </p:nvSpPr>
        <p:spPr bwMode="auto">
          <a:xfrm>
            <a:off x="1756948" y="4645701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87C9F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FB24494-C3CE-FF47-65A3-C380E527405C}"/>
              </a:ext>
            </a:extLst>
          </p:cNvPr>
          <p:cNvSpPr/>
          <p:nvPr/>
        </p:nvSpPr>
        <p:spPr bwMode="auto">
          <a:xfrm>
            <a:off x="814417" y="4645701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7030A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8585F6-BCCE-75E7-43A4-FE802C68283D}"/>
              </a:ext>
            </a:extLst>
          </p:cNvPr>
          <p:cNvSpPr/>
          <p:nvPr/>
        </p:nvSpPr>
        <p:spPr bwMode="auto">
          <a:xfrm>
            <a:off x="7406629" y="4645701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6BD2FB-41E9-5E32-82D8-77C1DCFB0043}"/>
              </a:ext>
            </a:extLst>
          </p:cNvPr>
          <p:cNvSpPr txBox="1"/>
          <p:nvPr/>
        </p:nvSpPr>
        <p:spPr>
          <a:xfrm>
            <a:off x="1887693" y="5314920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Allergy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3A9D8D-8902-8471-B3AB-B7C378920737}"/>
              </a:ext>
            </a:extLst>
          </p:cNvPr>
          <p:cNvSpPr txBox="1"/>
          <p:nvPr/>
        </p:nvSpPr>
        <p:spPr>
          <a:xfrm>
            <a:off x="956250" y="5314920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BE1F66-B0B9-7839-618B-70977F3B8A74}"/>
              </a:ext>
            </a:extLst>
          </p:cNvPr>
          <p:cNvSpPr txBox="1"/>
          <p:nvPr/>
        </p:nvSpPr>
        <p:spPr>
          <a:xfrm>
            <a:off x="2855428" y="5314920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33CB52-1645-B8E7-A68F-370DF6E0F33F}"/>
              </a:ext>
            </a:extLst>
          </p:cNvPr>
          <p:cNvSpPr txBox="1"/>
          <p:nvPr/>
        </p:nvSpPr>
        <p:spPr>
          <a:xfrm>
            <a:off x="3781380" y="5314920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spc="-10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Immunization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62A424-8FC8-53B0-6450-1EF5B8B691D8}"/>
              </a:ext>
            </a:extLst>
          </p:cNvPr>
          <p:cNvSpPr txBox="1"/>
          <p:nvPr/>
        </p:nvSpPr>
        <p:spPr>
          <a:xfrm>
            <a:off x="4717094" y="5314920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4CC493-71D1-E5BB-E158-9833F3BF17EB}"/>
              </a:ext>
            </a:extLst>
          </p:cNvPr>
          <p:cNvSpPr txBox="1"/>
          <p:nvPr/>
        </p:nvSpPr>
        <p:spPr>
          <a:xfrm>
            <a:off x="5668048" y="5314920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Procedure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F8B2D4-6031-F858-D6A2-30FB6B984E0F}"/>
              </a:ext>
            </a:extLst>
          </p:cNvPr>
          <p:cNvSpPr txBox="1"/>
          <p:nvPr/>
        </p:nvSpPr>
        <p:spPr>
          <a:xfrm>
            <a:off x="7562539" y="5145669"/>
            <a:ext cx="588597" cy="3738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 </a:t>
            </a:r>
            <a:b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Profiles</a:t>
            </a:r>
          </a:p>
        </p:txBody>
      </p:sp>
      <p:pic>
        <p:nvPicPr>
          <p:cNvPr id="23" name="Picture 22" descr="A black and white image of a pair of scissors&#10;&#10;Description automatically generated">
            <a:extLst>
              <a:ext uri="{FF2B5EF4-FFF2-40B4-BE49-F238E27FC236}">
                <a16:creationId xmlns:a16="http://schemas.microsoft.com/office/drawing/2014/main" id="{1FE4BAD2-22B3-2570-6A82-2347F5FC56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812" y="4765701"/>
            <a:ext cx="528938" cy="528939"/>
          </a:xfrm>
          <a:prstGeom prst="rect">
            <a:avLst/>
          </a:prstGeom>
        </p:spPr>
      </p:pic>
      <p:pic>
        <p:nvPicPr>
          <p:cNvPr id="24" name="Picture 23" descr="A stethoscope with a cord&#10;&#10;Description automatically generated">
            <a:extLst>
              <a:ext uri="{FF2B5EF4-FFF2-40B4-BE49-F238E27FC236}">
                <a16:creationId xmlns:a16="http://schemas.microsoft.com/office/drawing/2014/main" id="{BB0187C8-BC90-8708-832B-85E7B3865B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049" y="4774598"/>
            <a:ext cx="528938" cy="528939"/>
          </a:xfrm>
          <a:prstGeom prst="rect">
            <a:avLst/>
          </a:prstGeom>
        </p:spPr>
      </p:pic>
      <p:pic>
        <p:nvPicPr>
          <p:cNvPr id="25" name="Picture 24" descr="A black and white icon of a syringe and a shield&#10;&#10;Description automatically generated">
            <a:extLst>
              <a:ext uri="{FF2B5EF4-FFF2-40B4-BE49-F238E27FC236}">
                <a16:creationId xmlns:a16="http://schemas.microsoft.com/office/drawing/2014/main" id="{6970B4AA-5DA2-4731-60DA-933AF50C93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2751" y="4753104"/>
            <a:ext cx="528938" cy="528939"/>
          </a:xfrm>
          <a:prstGeom prst="rect">
            <a:avLst/>
          </a:prstGeom>
        </p:spPr>
      </p:pic>
      <p:pic>
        <p:nvPicPr>
          <p:cNvPr id="26" name="Picture 25" descr="A black and white line drawing of a test tube&#10;&#10;Description automatically generated">
            <a:extLst>
              <a:ext uri="{FF2B5EF4-FFF2-40B4-BE49-F238E27FC236}">
                <a16:creationId xmlns:a16="http://schemas.microsoft.com/office/drawing/2014/main" id="{CC8332F9-E1C3-EE8B-4F2A-C754EA3718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425" y="4774597"/>
            <a:ext cx="528938" cy="528939"/>
          </a:xfrm>
          <a:prstGeom prst="rect">
            <a:avLst/>
          </a:prstGeom>
        </p:spPr>
      </p:pic>
      <p:pic>
        <p:nvPicPr>
          <p:cNvPr id="27" name="Picture 26" descr="A black and white image of different shapes&#10;&#10;Description automatically generated">
            <a:extLst>
              <a:ext uri="{FF2B5EF4-FFF2-40B4-BE49-F238E27FC236}">
                <a16:creationId xmlns:a16="http://schemas.microsoft.com/office/drawing/2014/main" id="{FE291B3F-651F-A8E8-CFF3-7A109D9FC21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0468" y="4769723"/>
            <a:ext cx="528938" cy="528939"/>
          </a:xfrm>
          <a:prstGeom prst="rect">
            <a:avLst/>
          </a:prstGeom>
        </p:spPr>
      </p:pic>
      <p:pic>
        <p:nvPicPr>
          <p:cNvPr id="28" name="Picture 27" descr="A black and white clipboard with a cross&#10;&#10;Description automatically generated">
            <a:extLst>
              <a:ext uri="{FF2B5EF4-FFF2-40B4-BE49-F238E27FC236}">
                <a16:creationId xmlns:a16="http://schemas.microsoft.com/office/drawing/2014/main" id="{4AF1C9EA-E0F4-EF17-FD1A-DBF8DEEB0D7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2548" y="4748968"/>
            <a:ext cx="373854" cy="373854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614D60A9-EA8E-E732-B1EF-3922D4B4A0AF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6754" t="18564" r="80644" b="30366"/>
          <a:stretch/>
        </p:blipFill>
        <p:spPr>
          <a:xfrm>
            <a:off x="1952172" y="4774597"/>
            <a:ext cx="526591" cy="52406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ADED9CD-9C79-A62D-295F-5E02C55730C0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t="14434" r="85778" b="20996"/>
          <a:stretch/>
        </p:blipFill>
        <p:spPr>
          <a:xfrm>
            <a:off x="7707815" y="4729651"/>
            <a:ext cx="515199" cy="425006"/>
          </a:xfrm>
          <a:prstGeom prst="rect">
            <a:avLst/>
          </a:prstGeom>
        </p:spPr>
      </p:pic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30FE0BE-A2D4-9B40-3D84-FD9A8EBFF2D4}"/>
              </a:ext>
            </a:extLst>
          </p:cNvPr>
          <p:cNvSpPr/>
          <p:nvPr/>
        </p:nvSpPr>
        <p:spPr bwMode="auto">
          <a:xfrm>
            <a:off x="6471073" y="4645701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E82338F-8FB3-79DC-A16D-493C2CE3B3AA}"/>
              </a:ext>
            </a:extLst>
          </p:cNvPr>
          <p:cNvSpPr txBox="1"/>
          <p:nvPr/>
        </p:nvSpPr>
        <p:spPr>
          <a:xfrm>
            <a:off x="6628203" y="5314920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Encounter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77EE3DB7-E016-A4CD-88FD-4D32592704F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4977" y="4737754"/>
            <a:ext cx="609631" cy="6096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55A099E-3DCC-C6C0-3BC3-E86AE8B7E53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88173" y="384384"/>
            <a:ext cx="3291863" cy="2836953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A5684ADD-9DB4-5130-5BEC-96E278B1C46A}"/>
              </a:ext>
            </a:extLst>
          </p:cNvPr>
          <p:cNvSpPr txBox="1"/>
          <p:nvPr/>
        </p:nvSpPr>
        <p:spPr>
          <a:xfrm>
            <a:off x="4688787" y="2448422"/>
            <a:ext cx="2692998" cy="584775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60325"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</a:rPr>
              <a:t>+ Optional sections included when clinically relevant</a:t>
            </a:r>
          </a:p>
        </p:txBody>
      </p:sp>
    </p:spTree>
    <p:extLst>
      <p:ext uri="{BB962C8B-B14F-4D97-AF65-F5344CB8AC3E}">
        <p14:creationId xmlns:p14="http://schemas.microsoft.com/office/powerpoint/2010/main" val="822919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C46FB-22C6-D0A3-5996-E0DA95F2C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row: Right 4">
            <a:extLst>
              <a:ext uri="{FF2B5EF4-FFF2-40B4-BE49-F238E27FC236}">
                <a16:creationId xmlns:a16="http://schemas.microsoft.com/office/drawing/2014/main" id="{C7C68B5F-5710-F402-DDF6-1872CF11B605}"/>
              </a:ext>
            </a:extLst>
          </p:cNvPr>
          <p:cNvSpPr/>
          <p:nvPr/>
        </p:nvSpPr>
        <p:spPr bwMode="auto">
          <a:xfrm>
            <a:off x="683568" y="1203653"/>
            <a:ext cx="3050389" cy="1080120"/>
          </a:xfrm>
          <a:prstGeom prst="rightArrow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US-PCS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59F3E04-444E-4176-A0F6-65877522FA6F}"/>
              </a:ext>
            </a:extLst>
          </p:cNvPr>
          <p:cNvSpPr/>
          <p:nvPr/>
        </p:nvSpPr>
        <p:spPr bwMode="auto">
          <a:xfrm>
            <a:off x="683568" y="3573015"/>
            <a:ext cx="7848872" cy="2081332"/>
          </a:xfrm>
          <a:prstGeom prst="roundRect">
            <a:avLst>
              <a:gd name="adj" fmla="val 9009"/>
            </a:avLst>
          </a:prstGeom>
          <a:solidFill>
            <a:schemeClr val="bg1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800" b="1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CD2639-5DFF-3BAF-9F90-6CDAB7C60D5D}"/>
              </a:ext>
            </a:extLst>
          </p:cNvPr>
          <p:cNvSpPr txBox="1"/>
          <p:nvPr/>
        </p:nvSpPr>
        <p:spPr>
          <a:xfrm>
            <a:off x="683569" y="3589151"/>
            <a:ext cx="7848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 from US Core Resources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288EB-AFFB-BC4F-13D9-E4ACF7D3D9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8472" y="169030"/>
            <a:ext cx="3243967" cy="314936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BE81991-0106-B1EB-2A89-77F5536E90E2}"/>
              </a:ext>
            </a:extLst>
          </p:cNvPr>
          <p:cNvSpPr txBox="1"/>
          <p:nvPr/>
        </p:nvSpPr>
        <p:spPr>
          <a:xfrm>
            <a:off x="5076357" y="1139423"/>
            <a:ext cx="15522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Medications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6FED39-43E9-B4E1-39D0-6CE39DB9DC5A}"/>
              </a:ext>
            </a:extLst>
          </p:cNvPr>
          <p:cNvSpPr txBox="1"/>
          <p:nvPr/>
        </p:nvSpPr>
        <p:spPr>
          <a:xfrm>
            <a:off x="5135067" y="765732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Allergies / Intolerances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82CB8C7-307B-8125-D9F7-A17102F073E2}"/>
              </a:ext>
            </a:extLst>
          </p:cNvPr>
          <p:cNvSpPr txBox="1"/>
          <p:nvPr/>
        </p:nvSpPr>
        <p:spPr>
          <a:xfrm>
            <a:off x="5076358" y="368677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ABB8A-EF1A-B52F-7302-B92D2BB84136}"/>
              </a:ext>
            </a:extLst>
          </p:cNvPr>
          <p:cNvSpPr txBox="1"/>
          <p:nvPr/>
        </p:nvSpPr>
        <p:spPr>
          <a:xfrm>
            <a:off x="5076358" y="229554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03B436F-488B-4147-2F07-AC082890CF72}"/>
              </a:ext>
            </a:extLst>
          </p:cNvPr>
          <p:cNvSpPr txBox="1"/>
          <p:nvPr/>
        </p:nvSpPr>
        <p:spPr>
          <a:xfrm>
            <a:off x="5076358" y="1524796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54A831"/>
                </a:solidFill>
                <a:latin typeface="Aptos" panose="020B0004020202020204" pitchFamily="34" charset="0"/>
              </a:rPr>
              <a:t>Immunizations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3A3A697-E7AD-86BC-00DA-A0254BDCBBED}"/>
              </a:ext>
            </a:extLst>
          </p:cNvPr>
          <p:cNvSpPr txBox="1"/>
          <p:nvPr/>
        </p:nvSpPr>
        <p:spPr>
          <a:xfrm>
            <a:off x="5076358" y="1910169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86328"/>
                </a:solidFill>
                <a:latin typeface="Aptos" panose="020B0004020202020204" pitchFamily="34" charset="0"/>
              </a:rPr>
              <a:t>Results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0EDF3A7-0432-54AA-ABC2-F8D867B45F44}"/>
              </a:ext>
            </a:extLst>
          </p:cNvPr>
          <p:cNvCxnSpPr>
            <a:cxnSpLocks/>
            <a:stCxn id="29" idx="2"/>
            <a:endCxn id="9" idx="0"/>
          </p:cNvCxnSpPr>
          <p:nvPr/>
        </p:nvCxnSpPr>
        <p:spPr bwMode="auto">
          <a:xfrm rot="5400000">
            <a:off x="4889774" y="3003216"/>
            <a:ext cx="288030" cy="851569"/>
          </a:xfrm>
          <a:prstGeom prst="bentConnector3">
            <a:avLst/>
          </a:prstGeom>
          <a:solidFill>
            <a:schemeClr val="accent1"/>
          </a:solidFill>
          <a:ln w="5715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9E8988F-DE68-C454-CE73-B2B9623C1232}"/>
              </a:ext>
            </a:extLst>
          </p:cNvPr>
          <p:cNvSpPr/>
          <p:nvPr/>
        </p:nvSpPr>
        <p:spPr bwMode="auto">
          <a:xfrm>
            <a:off x="624601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E8632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39C150A3-CD4B-2C36-B92E-32664E4267B6}"/>
              </a:ext>
            </a:extLst>
          </p:cNvPr>
          <p:cNvSpPr/>
          <p:nvPr/>
        </p:nvSpPr>
        <p:spPr bwMode="auto">
          <a:xfrm>
            <a:off x="5159692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7D33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AA93C4CF-CF59-CA36-4BFB-FA382C354C0A}"/>
              </a:ext>
            </a:extLst>
          </p:cNvPr>
          <p:cNvSpPr/>
          <p:nvPr/>
        </p:nvSpPr>
        <p:spPr bwMode="auto">
          <a:xfrm>
            <a:off x="4073373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CAD40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8CC8489E-BE78-CCA7-0ECC-158CE4467AE4}"/>
              </a:ext>
            </a:extLst>
          </p:cNvPr>
          <p:cNvSpPr/>
          <p:nvPr/>
        </p:nvSpPr>
        <p:spPr bwMode="auto">
          <a:xfrm>
            <a:off x="2987054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05953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9EFD4498-4871-A26E-E394-7F456281B3A5}"/>
              </a:ext>
            </a:extLst>
          </p:cNvPr>
          <p:cNvSpPr/>
          <p:nvPr/>
        </p:nvSpPr>
        <p:spPr bwMode="auto">
          <a:xfrm>
            <a:off x="1900735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1BA5C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56435543-E0B7-1153-C41F-4F678D2CA29C}"/>
              </a:ext>
            </a:extLst>
          </p:cNvPr>
          <p:cNvSpPr/>
          <p:nvPr/>
        </p:nvSpPr>
        <p:spPr bwMode="auto">
          <a:xfrm>
            <a:off x="814416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87C9F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9AAF8DAB-4B64-343F-D759-B40ACDAF741A}"/>
              </a:ext>
            </a:extLst>
          </p:cNvPr>
          <p:cNvSpPr/>
          <p:nvPr/>
        </p:nvSpPr>
        <p:spPr bwMode="auto">
          <a:xfrm>
            <a:off x="733233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A061A9-4EBE-CD72-678A-ABCAFC09C15E}"/>
              </a:ext>
            </a:extLst>
          </p:cNvPr>
          <p:cNvSpPr txBox="1"/>
          <p:nvPr/>
        </p:nvSpPr>
        <p:spPr>
          <a:xfrm>
            <a:off x="2092274" y="4884570"/>
            <a:ext cx="6270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Allergy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4A61B6-7D43-ECE1-A7CD-7D97BFC5E865}"/>
              </a:ext>
            </a:extLst>
          </p:cNvPr>
          <p:cNvSpPr txBox="1"/>
          <p:nvPr/>
        </p:nvSpPr>
        <p:spPr>
          <a:xfrm>
            <a:off x="977888" y="4884570"/>
            <a:ext cx="7296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76524D-49C9-6E07-29AE-9C2BFDE5B31E}"/>
              </a:ext>
            </a:extLst>
          </p:cNvPr>
          <p:cNvSpPr txBox="1"/>
          <p:nvPr/>
        </p:nvSpPr>
        <p:spPr>
          <a:xfrm>
            <a:off x="3061847" y="4884570"/>
            <a:ext cx="9060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CBE721-F72E-CF6C-645E-1608A7C6AB98}"/>
              </a:ext>
            </a:extLst>
          </p:cNvPr>
          <p:cNvSpPr txBox="1"/>
          <p:nvPr/>
        </p:nvSpPr>
        <p:spPr>
          <a:xfrm>
            <a:off x="4062337" y="4884570"/>
            <a:ext cx="10727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Immunization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146C21-C4EC-E6D1-146D-CD0817271720}"/>
              </a:ext>
            </a:extLst>
          </p:cNvPr>
          <p:cNvSpPr txBox="1"/>
          <p:nvPr/>
        </p:nvSpPr>
        <p:spPr>
          <a:xfrm>
            <a:off x="5389686" y="4884570"/>
            <a:ext cx="59824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66E985-5B3A-E36F-76BF-C42806537BF3}"/>
              </a:ext>
            </a:extLst>
          </p:cNvPr>
          <p:cNvSpPr txBox="1"/>
          <p:nvPr/>
        </p:nvSpPr>
        <p:spPr>
          <a:xfrm>
            <a:off x="6355802" y="4884570"/>
            <a:ext cx="8515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Procedure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B4C931-833E-AD51-B84D-248839F9A0C9}"/>
              </a:ext>
            </a:extLst>
          </p:cNvPr>
          <p:cNvSpPr txBox="1"/>
          <p:nvPr/>
        </p:nvSpPr>
        <p:spPr>
          <a:xfrm>
            <a:off x="7517958" y="4819364"/>
            <a:ext cx="67839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 </a:t>
            </a:r>
            <a:b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Profiles</a:t>
            </a:r>
          </a:p>
        </p:txBody>
      </p:sp>
      <p:pic>
        <p:nvPicPr>
          <p:cNvPr id="36" name="Picture 35" descr="A black and white image of a pair of scissors&#10;&#10;Description automatically generated">
            <a:extLst>
              <a:ext uri="{FF2B5EF4-FFF2-40B4-BE49-F238E27FC236}">
                <a16:creationId xmlns:a16="http://schemas.microsoft.com/office/drawing/2014/main" id="{E66702C4-1616-AB45-EB4F-84AA4BAE4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2361" y="4265126"/>
            <a:ext cx="609631" cy="609631"/>
          </a:xfrm>
          <a:prstGeom prst="rect">
            <a:avLst/>
          </a:prstGeom>
        </p:spPr>
      </p:pic>
      <p:pic>
        <p:nvPicPr>
          <p:cNvPr id="47" name="Picture 46" descr="A stethoscope with a cord&#10;&#10;Description automatically generated">
            <a:extLst>
              <a:ext uri="{FF2B5EF4-FFF2-40B4-BE49-F238E27FC236}">
                <a16:creationId xmlns:a16="http://schemas.microsoft.com/office/drawing/2014/main" id="{C4625836-1CD0-5A72-30EF-DCE1F74DFD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977" y="4301728"/>
            <a:ext cx="609631" cy="609631"/>
          </a:xfrm>
          <a:prstGeom prst="rect">
            <a:avLst/>
          </a:prstGeom>
        </p:spPr>
      </p:pic>
      <p:pic>
        <p:nvPicPr>
          <p:cNvPr id="49" name="Picture 48" descr="A black and white icon of a syringe and a shield&#10;&#10;Description automatically generated">
            <a:extLst>
              <a:ext uri="{FF2B5EF4-FFF2-40B4-BE49-F238E27FC236}">
                <a16:creationId xmlns:a16="http://schemas.microsoft.com/office/drawing/2014/main" id="{093C8F13-341A-7203-B98B-98D243B544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4740" y="4276955"/>
            <a:ext cx="609631" cy="609631"/>
          </a:xfrm>
          <a:prstGeom prst="rect">
            <a:avLst/>
          </a:prstGeom>
        </p:spPr>
      </p:pic>
      <p:pic>
        <p:nvPicPr>
          <p:cNvPr id="51" name="Picture 50" descr="A black and white line drawing of a test tube&#10;&#10;Description automatically generated">
            <a:extLst>
              <a:ext uri="{FF2B5EF4-FFF2-40B4-BE49-F238E27FC236}">
                <a16:creationId xmlns:a16="http://schemas.microsoft.com/office/drawing/2014/main" id="{F67C267E-C6F5-72DD-1908-433EBAC3D7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699" y="4301727"/>
            <a:ext cx="609631" cy="609631"/>
          </a:xfrm>
          <a:prstGeom prst="rect">
            <a:avLst/>
          </a:prstGeom>
        </p:spPr>
      </p:pic>
      <p:pic>
        <p:nvPicPr>
          <p:cNvPr id="53" name="Picture 52" descr="A black and white image of different shapes&#10;&#10;Description automatically generated">
            <a:extLst>
              <a:ext uri="{FF2B5EF4-FFF2-40B4-BE49-F238E27FC236}">
                <a16:creationId xmlns:a16="http://schemas.microsoft.com/office/drawing/2014/main" id="{C215E95D-B00D-2045-C56B-CE01598440F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4129" y="4296109"/>
            <a:ext cx="609631" cy="609631"/>
          </a:xfrm>
          <a:prstGeom prst="rect">
            <a:avLst/>
          </a:prstGeom>
        </p:spPr>
      </p:pic>
      <p:pic>
        <p:nvPicPr>
          <p:cNvPr id="62" name="Picture 61" descr="A black and white clipboard with a cross&#10;&#10;Description automatically generated">
            <a:extLst>
              <a:ext uri="{FF2B5EF4-FFF2-40B4-BE49-F238E27FC236}">
                <a16:creationId xmlns:a16="http://schemas.microsoft.com/office/drawing/2014/main" id="{A86FF2D1-06AF-35EE-3680-D1861D3A0D0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4924" y="4362053"/>
            <a:ext cx="430887" cy="430887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4802D7DB-7378-E5A9-38E0-95A69C9CCD95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6754" t="18564" r="80644" b="30366"/>
          <a:stretch/>
        </p:blipFill>
        <p:spPr>
          <a:xfrm>
            <a:off x="2125742" y="4301727"/>
            <a:ext cx="606925" cy="604013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B8518EE4-E8DF-96FA-CD6D-6923083E553C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4434" r="85778" b="20996"/>
          <a:stretch/>
        </p:blipFill>
        <p:spPr>
          <a:xfrm>
            <a:off x="7671506" y="4339789"/>
            <a:ext cx="593795" cy="489843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0B933ED0-93F3-B61F-7A4D-1A63496A399B}"/>
              </a:ext>
            </a:extLst>
          </p:cNvPr>
          <p:cNvSpPr txBox="1"/>
          <p:nvPr/>
        </p:nvSpPr>
        <p:spPr>
          <a:xfrm>
            <a:off x="4840947" y="2689810"/>
            <a:ext cx="16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</a:rPr>
              <a:t>+11 other sections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7DCCCE1-3079-4C55-AAD2-E2FF3053AAB9}"/>
              </a:ext>
            </a:extLst>
          </p:cNvPr>
          <p:cNvSpPr/>
          <p:nvPr/>
        </p:nvSpPr>
        <p:spPr bwMode="auto">
          <a:xfrm>
            <a:off x="3796707" y="169030"/>
            <a:ext cx="3325732" cy="3115955"/>
          </a:xfrm>
          <a:prstGeom prst="roundRect">
            <a:avLst>
              <a:gd name="adj" fmla="val 4745"/>
            </a:avLst>
          </a:prstGeom>
          <a:noFill/>
          <a:ln w="5715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BA0334-B443-F79E-67DF-33AF2DDF78F5}"/>
              </a:ext>
            </a:extLst>
          </p:cNvPr>
          <p:cNvSpPr txBox="1"/>
          <p:nvPr/>
        </p:nvSpPr>
        <p:spPr>
          <a:xfrm>
            <a:off x="814416" y="5262939"/>
            <a:ext cx="7686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 Core 6.1.0 Resources are defined in a </a:t>
            </a: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separate implementation guide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8657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ECA8EB60-E062-D346-9652-8FEC15E72AAA}"/>
              </a:ext>
            </a:extLst>
          </p:cNvPr>
          <p:cNvSpPr/>
          <p:nvPr/>
        </p:nvSpPr>
        <p:spPr>
          <a:xfrm>
            <a:off x="323528" y="1495614"/>
            <a:ext cx="8458200" cy="4863749"/>
          </a:xfrm>
          <a:prstGeom prst="rect">
            <a:avLst/>
          </a:prstGeom>
          <a:gradFill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 rad="101600">
              <a:schemeClr val="accent6">
                <a:satMod val="175000"/>
                <a:alpha val="40000"/>
              </a:schemeClr>
            </a:glow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Aptos" panose="020B0004020202020204" pitchFamily="34" charset="0"/>
            </a:endParaRP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0EC5BC7E-65D4-4CFD-ACEA-735694C4FF30}"/>
              </a:ext>
            </a:extLst>
          </p:cNvPr>
          <p:cNvSpPr/>
          <p:nvPr/>
        </p:nvSpPr>
        <p:spPr>
          <a:xfrm>
            <a:off x="570706" y="2108728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Patient</a:t>
            </a:r>
            <a:br>
              <a:rPr lang="en-US" sz="135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000" dirty="0">
                <a:solidFill>
                  <a:srgbClr val="FFFFFF"/>
                </a:solidFill>
                <a:latin typeface="Aptos" panose="020B0004020202020204" pitchFamily="34" charset="0"/>
              </a:rPr>
              <a:t>subject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28DB9525-86EA-4002-9AEE-0AB1E2F376F6}"/>
              </a:ext>
            </a:extLst>
          </p:cNvPr>
          <p:cNvSpPr/>
          <p:nvPr/>
        </p:nvSpPr>
        <p:spPr>
          <a:xfrm>
            <a:off x="570706" y="2782617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Author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A94EA110-57C7-4032-A608-C58DEB29FFE6}"/>
              </a:ext>
            </a:extLst>
          </p:cNvPr>
          <p:cNvSpPr/>
          <p:nvPr/>
        </p:nvSpPr>
        <p:spPr>
          <a:xfrm>
            <a:off x="570706" y="3462404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Attester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21A393D0-6011-4519-80D9-1D1A8FFE0A21}"/>
              </a:ext>
            </a:extLst>
          </p:cNvPr>
          <p:cNvSpPr/>
          <p:nvPr/>
        </p:nvSpPr>
        <p:spPr>
          <a:xfrm>
            <a:off x="570706" y="4147137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Custodian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1C682B63-45F5-4F78-BE9C-77EA0840B2AA}"/>
              </a:ext>
            </a:extLst>
          </p:cNvPr>
          <p:cNvSpPr/>
          <p:nvPr/>
        </p:nvSpPr>
        <p:spPr>
          <a:xfrm>
            <a:off x="2218165" y="2108728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AE4ACA72-4E1A-47ED-A713-B45EA3F40DEC}"/>
              </a:ext>
            </a:extLst>
          </p:cNvPr>
          <p:cNvSpPr/>
          <p:nvPr/>
        </p:nvSpPr>
        <p:spPr>
          <a:xfrm>
            <a:off x="2205541" y="2782617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Allergies and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Intolerances</a:t>
            </a:r>
          </a:p>
        </p:txBody>
      </p:sp>
      <p:sp>
        <p:nvSpPr>
          <p:cNvPr id="17" name="Forme libre : forme 16">
            <a:extLst>
              <a:ext uri="{FF2B5EF4-FFF2-40B4-BE49-F238E27FC236}">
                <a16:creationId xmlns:a16="http://schemas.microsoft.com/office/drawing/2014/main" id="{BDEA02AF-9740-4819-AF65-CE046F798CCC}"/>
              </a:ext>
            </a:extLst>
          </p:cNvPr>
          <p:cNvSpPr/>
          <p:nvPr/>
        </p:nvSpPr>
        <p:spPr>
          <a:xfrm>
            <a:off x="2205541" y="3462404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marL="0" marR="0" lvl="0" indent="0" algn="l" defTabSz="600075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Medication</a:t>
            </a:r>
            <a:b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</a:b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Summary   </a:t>
            </a:r>
          </a:p>
        </p:txBody>
      </p:sp>
      <p:sp>
        <p:nvSpPr>
          <p:cNvPr id="19" name="Forme libre : forme 18">
            <a:extLst>
              <a:ext uri="{FF2B5EF4-FFF2-40B4-BE49-F238E27FC236}">
                <a16:creationId xmlns:a16="http://schemas.microsoft.com/office/drawing/2014/main" id="{79759D51-F138-4F8F-B11C-CB407BC408C0}"/>
              </a:ext>
            </a:extLst>
          </p:cNvPr>
          <p:cNvSpPr/>
          <p:nvPr/>
        </p:nvSpPr>
        <p:spPr>
          <a:xfrm>
            <a:off x="3836538" y="2108728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Encounters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5" name="Forme libre : forme 24">
            <a:extLst>
              <a:ext uri="{FF2B5EF4-FFF2-40B4-BE49-F238E27FC236}">
                <a16:creationId xmlns:a16="http://schemas.microsoft.com/office/drawing/2014/main" id="{8A603298-B960-4F7D-ABF5-CE132BBD53F7}"/>
              </a:ext>
            </a:extLst>
          </p:cNvPr>
          <p:cNvSpPr/>
          <p:nvPr/>
        </p:nvSpPr>
        <p:spPr>
          <a:xfrm>
            <a:off x="3836538" y="4147137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Results</a:t>
            </a:r>
            <a:endParaRPr lang="en-US" sz="14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DBB264FC-6901-455B-A8CD-D91CF6E6DD3C}"/>
              </a:ext>
            </a:extLst>
          </p:cNvPr>
          <p:cNvSpPr/>
          <p:nvPr/>
        </p:nvSpPr>
        <p:spPr>
          <a:xfrm>
            <a:off x="3836538" y="3462404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Forme libre : forme 26">
            <a:extLst>
              <a:ext uri="{FF2B5EF4-FFF2-40B4-BE49-F238E27FC236}">
                <a16:creationId xmlns:a16="http://schemas.microsoft.com/office/drawing/2014/main" id="{762671BB-2051-4914-A9D8-CC9F42C03D3A}"/>
              </a:ext>
            </a:extLst>
          </p:cNvPr>
          <p:cNvSpPr/>
          <p:nvPr/>
        </p:nvSpPr>
        <p:spPr>
          <a:xfrm>
            <a:off x="5483997" y="3462404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Medical Devices</a:t>
            </a:r>
          </a:p>
        </p:txBody>
      </p:sp>
      <p:sp>
        <p:nvSpPr>
          <p:cNvPr id="29" name="Forme libre : forme 28">
            <a:extLst>
              <a:ext uri="{FF2B5EF4-FFF2-40B4-BE49-F238E27FC236}">
                <a16:creationId xmlns:a16="http://schemas.microsoft.com/office/drawing/2014/main" id="{D7E21CF1-2932-43C3-A182-BA3FC80B24B1}"/>
              </a:ext>
            </a:extLst>
          </p:cNvPr>
          <p:cNvSpPr/>
          <p:nvPr/>
        </p:nvSpPr>
        <p:spPr>
          <a:xfrm>
            <a:off x="5483997" y="2108728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Advance Directives</a:t>
            </a:r>
          </a:p>
        </p:txBody>
      </p:sp>
      <p:sp>
        <p:nvSpPr>
          <p:cNvPr id="30" name="Forme libre : forme 29">
            <a:extLst>
              <a:ext uri="{FF2B5EF4-FFF2-40B4-BE49-F238E27FC236}">
                <a16:creationId xmlns:a16="http://schemas.microsoft.com/office/drawing/2014/main" id="{4557AEBE-BBE3-4C10-8D73-43FF56397545}"/>
              </a:ext>
            </a:extLst>
          </p:cNvPr>
          <p:cNvSpPr/>
          <p:nvPr/>
        </p:nvSpPr>
        <p:spPr>
          <a:xfrm>
            <a:off x="5483997" y="278261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Functional Status</a:t>
            </a:r>
          </a:p>
        </p:txBody>
      </p:sp>
      <p:sp>
        <p:nvSpPr>
          <p:cNvPr id="31" name="Forme libre : forme 30">
            <a:extLst>
              <a:ext uri="{FF2B5EF4-FFF2-40B4-BE49-F238E27FC236}">
                <a16:creationId xmlns:a16="http://schemas.microsoft.com/office/drawing/2014/main" id="{C1935C84-B9BE-48C7-A36A-4BA1B525FC9B}"/>
              </a:ext>
            </a:extLst>
          </p:cNvPr>
          <p:cNvSpPr/>
          <p:nvPr/>
        </p:nvSpPr>
        <p:spPr>
          <a:xfrm>
            <a:off x="7121929" y="414713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</a:rPr>
              <a:t>Pregnancy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2" name="Forme libre : forme 31">
            <a:extLst>
              <a:ext uri="{FF2B5EF4-FFF2-40B4-BE49-F238E27FC236}">
                <a16:creationId xmlns:a16="http://schemas.microsoft.com/office/drawing/2014/main" id="{9992DE88-B9A5-4F42-9E05-A13CF1870E87}"/>
              </a:ext>
            </a:extLst>
          </p:cNvPr>
          <p:cNvSpPr/>
          <p:nvPr/>
        </p:nvSpPr>
        <p:spPr>
          <a:xfrm>
            <a:off x="5483997" y="414713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Plan of Care</a:t>
            </a:r>
          </a:p>
        </p:txBody>
      </p:sp>
      <p:sp>
        <p:nvSpPr>
          <p:cNvPr id="34" name="Forme libre : forme 33">
            <a:extLst>
              <a:ext uri="{FF2B5EF4-FFF2-40B4-BE49-F238E27FC236}">
                <a16:creationId xmlns:a16="http://schemas.microsoft.com/office/drawing/2014/main" id="{0A1CA87B-DCCE-4A78-9B33-A371872550AA}"/>
              </a:ext>
            </a:extLst>
          </p:cNvPr>
          <p:cNvSpPr/>
          <p:nvPr/>
        </p:nvSpPr>
        <p:spPr>
          <a:xfrm>
            <a:off x="7121930" y="2108728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Alerts</a:t>
            </a:r>
            <a:endParaRPr lang="en-US" sz="105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A913B4A7-CE46-4AC0-93A7-EE5AEDE7B3C0}"/>
              </a:ext>
            </a:extLst>
          </p:cNvPr>
          <p:cNvSpPr/>
          <p:nvPr/>
        </p:nvSpPr>
        <p:spPr>
          <a:xfrm>
            <a:off x="7121930" y="2782617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History of 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Past Problems</a:t>
            </a:r>
          </a:p>
        </p:txBody>
      </p:sp>
      <p:sp>
        <p:nvSpPr>
          <p:cNvPr id="36" name="Forme libre : forme 35">
            <a:extLst>
              <a:ext uri="{FF2B5EF4-FFF2-40B4-BE49-F238E27FC236}">
                <a16:creationId xmlns:a16="http://schemas.microsoft.com/office/drawing/2014/main" id="{0DC96E65-7FDF-4424-AF3B-C60B69059751}"/>
              </a:ext>
            </a:extLst>
          </p:cNvPr>
          <p:cNvSpPr/>
          <p:nvPr/>
        </p:nvSpPr>
        <p:spPr>
          <a:xfrm>
            <a:off x="7121929" y="3462404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Patient Story</a:t>
            </a:r>
          </a:p>
        </p:txBody>
      </p:sp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C525584B-E912-9D4B-B9AB-70638B16221A}"/>
              </a:ext>
            </a:extLst>
          </p:cNvPr>
          <p:cNvSpPr txBox="1">
            <a:spLocks/>
          </p:cNvSpPr>
          <p:nvPr/>
        </p:nvSpPr>
        <p:spPr>
          <a:xfrm>
            <a:off x="570706" y="1548606"/>
            <a:ext cx="1437273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Document Information</a:t>
            </a:r>
          </a:p>
        </p:txBody>
      </p:sp>
      <p:sp>
        <p:nvSpPr>
          <p:cNvPr id="21" name="Inhaltsplatzhalter 2">
            <a:extLst>
              <a:ext uri="{FF2B5EF4-FFF2-40B4-BE49-F238E27FC236}">
                <a16:creationId xmlns:a16="http://schemas.microsoft.com/office/drawing/2014/main" id="{EC219C7E-713B-2C42-BD72-A501C0432AEA}"/>
              </a:ext>
            </a:extLst>
          </p:cNvPr>
          <p:cNvSpPr txBox="1">
            <a:spLocks/>
          </p:cNvSpPr>
          <p:nvPr/>
        </p:nvSpPr>
        <p:spPr>
          <a:xfrm>
            <a:off x="2234627" y="1631952"/>
            <a:ext cx="1332812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Required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C8CE6068-13E4-584E-B455-ECD48D4C03DE}"/>
              </a:ext>
            </a:extLst>
          </p:cNvPr>
          <p:cNvSpPr txBox="1">
            <a:spLocks/>
          </p:cNvSpPr>
          <p:nvPr/>
        </p:nvSpPr>
        <p:spPr>
          <a:xfrm>
            <a:off x="3586811" y="1631952"/>
            <a:ext cx="1891727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“Must Support”</a:t>
            </a:r>
          </a:p>
        </p:txBody>
      </p:sp>
      <p:sp>
        <p:nvSpPr>
          <p:cNvPr id="23" name="Inhaltsplatzhalter 2">
            <a:extLst>
              <a:ext uri="{FF2B5EF4-FFF2-40B4-BE49-F238E27FC236}">
                <a16:creationId xmlns:a16="http://schemas.microsoft.com/office/drawing/2014/main" id="{D7DF8F5E-8666-E843-9062-F4029509F061}"/>
              </a:ext>
            </a:extLst>
          </p:cNvPr>
          <p:cNvSpPr txBox="1">
            <a:spLocks/>
          </p:cNvSpPr>
          <p:nvPr/>
        </p:nvSpPr>
        <p:spPr>
          <a:xfrm>
            <a:off x="6152685" y="1604144"/>
            <a:ext cx="1770979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Optional</a:t>
            </a:r>
          </a:p>
        </p:txBody>
      </p:sp>
      <p:sp>
        <p:nvSpPr>
          <p:cNvPr id="12" name="Titolo 11">
            <a:extLst>
              <a:ext uri="{FF2B5EF4-FFF2-40B4-BE49-F238E27FC236}">
                <a16:creationId xmlns:a16="http://schemas.microsoft.com/office/drawing/2014/main" id="{83B4930D-132B-450D-995A-AAA89276B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The IPS Composition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4" name="Forme libre : forme 35">
            <a:extLst>
              <a:ext uri="{FF2B5EF4-FFF2-40B4-BE49-F238E27FC236}">
                <a16:creationId xmlns:a16="http://schemas.microsoft.com/office/drawing/2014/main" id="{53F6E2E3-FD38-AFB2-7C3A-EDA087DDFDDA}"/>
              </a:ext>
            </a:extLst>
          </p:cNvPr>
          <p:cNvSpPr/>
          <p:nvPr/>
        </p:nvSpPr>
        <p:spPr>
          <a:xfrm>
            <a:off x="5483997" y="4831870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Social History</a:t>
            </a:r>
          </a:p>
        </p:txBody>
      </p:sp>
      <p:sp>
        <p:nvSpPr>
          <p:cNvPr id="9" name="Forme libre : forme 35">
            <a:extLst>
              <a:ext uri="{FF2B5EF4-FFF2-40B4-BE49-F238E27FC236}">
                <a16:creationId xmlns:a16="http://schemas.microsoft.com/office/drawing/2014/main" id="{DD1D32FB-0ACC-876A-89F8-E4AE19DB8A4F}"/>
              </a:ext>
            </a:extLst>
          </p:cNvPr>
          <p:cNvSpPr/>
          <p:nvPr/>
        </p:nvSpPr>
        <p:spPr>
          <a:xfrm>
            <a:off x="7121929" y="4831870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Vital Signs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619E89-3C32-1B10-D60A-33ADA8074109}"/>
              </a:ext>
            </a:extLst>
          </p:cNvPr>
          <p:cNvSpPr txBox="1"/>
          <p:nvPr/>
        </p:nvSpPr>
        <p:spPr>
          <a:xfrm>
            <a:off x="1187624" y="498637"/>
            <a:ext cx="69509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Aptos" panose="020B0004020202020204" pitchFamily="34" charset="0"/>
              </a:rPr>
              <a:t>The US-PCS Composition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9499CC-BE78-1E7A-88F5-5DDEC1D4834B}"/>
              </a:ext>
            </a:extLst>
          </p:cNvPr>
          <p:cNvSpPr txBox="1"/>
          <p:nvPr/>
        </p:nvSpPr>
        <p:spPr>
          <a:xfrm>
            <a:off x="362272" y="5922150"/>
            <a:ext cx="8419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“Must Support” means systems must be capable to send and receive these sections</a:t>
            </a:r>
          </a:p>
        </p:txBody>
      </p:sp>
      <p:sp>
        <p:nvSpPr>
          <p:cNvPr id="8" name="Forme libre : forme 18">
            <a:extLst>
              <a:ext uri="{FF2B5EF4-FFF2-40B4-BE49-F238E27FC236}">
                <a16:creationId xmlns:a16="http://schemas.microsoft.com/office/drawing/2014/main" id="{72B1E509-5A1B-CDEC-4970-3076FE497037}"/>
              </a:ext>
            </a:extLst>
          </p:cNvPr>
          <p:cNvSpPr/>
          <p:nvPr/>
        </p:nvSpPr>
        <p:spPr>
          <a:xfrm>
            <a:off x="3836538" y="2782617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Immunizations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66271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53C72-834F-478F-9555-1EBED2510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848E15D-3259-DB65-51B0-268431514C87}"/>
              </a:ext>
            </a:extLst>
          </p:cNvPr>
          <p:cNvSpPr/>
          <p:nvPr/>
        </p:nvSpPr>
        <p:spPr>
          <a:xfrm>
            <a:off x="2993603" y="2059417"/>
            <a:ext cx="3259567" cy="1654125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3AAF7DD-4F74-D96C-0D0B-307E0DD1DC8F}"/>
              </a:ext>
            </a:extLst>
          </p:cNvPr>
          <p:cNvSpPr/>
          <p:nvPr/>
        </p:nvSpPr>
        <p:spPr>
          <a:xfrm>
            <a:off x="3808244" y="2331047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Bundle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BF1F3C9-AA86-1BE3-BF37-04E7D7489CDE}"/>
              </a:ext>
            </a:extLst>
          </p:cNvPr>
          <p:cNvSpPr/>
          <p:nvPr/>
        </p:nvSpPr>
        <p:spPr>
          <a:xfrm>
            <a:off x="3808244" y="3049568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Composition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E5FC4D-8D7D-6812-1438-06B1F6BAB281}"/>
              </a:ext>
            </a:extLst>
          </p:cNvPr>
          <p:cNvSpPr/>
          <p:nvPr/>
        </p:nvSpPr>
        <p:spPr>
          <a:xfrm>
            <a:off x="3808244" y="4208537"/>
            <a:ext cx="1655122" cy="94801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prstClr val="black"/>
                </a:solidFill>
                <a:latin typeface="Aptos" panose="02110004020202020204"/>
              </a:rPr>
              <a:t>Clinical Resource Profiles</a:t>
            </a:r>
            <a:endParaRPr lang="en-US" sz="1350" dirty="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BF6E78-65EF-8123-1ED0-5B8CEB923B56}"/>
              </a:ext>
            </a:extLst>
          </p:cNvPr>
          <p:cNvSpPr txBox="1"/>
          <p:nvPr/>
        </p:nvSpPr>
        <p:spPr>
          <a:xfrm>
            <a:off x="2993603" y="1570402"/>
            <a:ext cx="3259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400" b="1" dirty="0">
                <a:solidFill>
                  <a:srgbClr val="00B0F0"/>
                </a:solidFill>
                <a:latin typeface="Aptos" panose="02110004020202020204"/>
              </a:rPr>
              <a:t>US-PCS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377CDA0-7119-D724-2FBB-6E1D49736EA1}"/>
              </a:ext>
            </a:extLst>
          </p:cNvPr>
          <p:cNvCxnSpPr>
            <a:cxnSpLocks/>
          </p:cNvCxnSpPr>
          <p:nvPr/>
        </p:nvCxnSpPr>
        <p:spPr>
          <a:xfrm>
            <a:off x="2533499" y="4708767"/>
            <a:ext cx="105139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7D6ADD7-6E9E-360A-14A8-143B706721DC}"/>
              </a:ext>
            </a:extLst>
          </p:cNvPr>
          <p:cNvSpPr txBox="1"/>
          <p:nvPr/>
        </p:nvSpPr>
        <p:spPr>
          <a:xfrm>
            <a:off x="726976" y="4498167"/>
            <a:ext cx="18298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100" b="1" dirty="0">
                <a:solidFill>
                  <a:srgbClr val="C00000"/>
                </a:solidFill>
                <a:latin typeface="Aptos" panose="02110004020202020204"/>
              </a:rPr>
              <a:t>US Core 6.1.0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95549F-DC59-D290-E219-E621F8A1116A}"/>
              </a:ext>
            </a:extLst>
          </p:cNvPr>
          <p:cNvSpPr txBox="1"/>
          <p:nvPr/>
        </p:nvSpPr>
        <p:spPr>
          <a:xfrm>
            <a:off x="750564" y="2517120"/>
            <a:ext cx="18271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FHIR Clinical </a:t>
            </a:r>
            <a:br>
              <a:rPr lang="en-US" sz="2100" b="1" dirty="0">
                <a:solidFill>
                  <a:prstClr val="black"/>
                </a:solidFill>
                <a:latin typeface="Aptos" panose="02110004020202020204"/>
              </a:rPr>
            </a:br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Documents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6F0691-8B36-382F-8F2E-2FF703E7A67A}"/>
              </a:ext>
            </a:extLst>
          </p:cNvPr>
          <p:cNvSpPr txBox="1"/>
          <p:nvPr/>
        </p:nvSpPr>
        <p:spPr>
          <a:xfrm>
            <a:off x="872082" y="1570402"/>
            <a:ext cx="165763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i="1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Derives </a:t>
            </a:r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from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B826C3-610A-2D09-D8B8-AFB5579F8F90}"/>
              </a:ext>
            </a:extLst>
          </p:cNvPr>
          <p:cNvSpPr txBox="1"/>
          <p:nvPr/>
        </p:nvSpPr>
        <p:spPr>
          <a:xfrm>
            <a:off x="7257802" y="1570402"/>
            <a:ext cx="11739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685800"/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Aligns to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AD17CCC-0059-0B6C-7257-3F51E764A3C1}"/>
              </a:ext>
            </a:extLst>
          </p:cNvPr>
          <p:cNvCxnSpPr>
            <a:cxnSpLocks/>
          </p:cNvCxnSpPr>
          <p:nvPr/>
        </p:nvCxnSpPr>
        <p:spPr>
          <a:xfrm>
            <a:off x="5686723" y="2551628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36E426E-6FDF-BDAF-DB71-53DED35FD02D}"/>
              </a:ext>
            </a:extLst>
          </p:cNvPr>
          <p:cNvSpPr txBox="1"/>
          <p:nvPr/>
        </p:nvSpPr>
        <p:spPr>
          <a:xfrm>
            <a:off x="6694164" y="2369597"/>
            <a:ext cx="2054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Bundle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7FD9A42-EEE4-010F-E02F-D340FE3F3C45}"/>
              </a:ext>
            </a:extLst>
          </p:cNvPr>
          <p:cNvCxnSpPr>
            <a:cxnSpLocks/>
          </p:cNvCxnSpPr>
          <p:nvPr/>
        </p:nvCxnSpPr>
        <p:spPr>
          <a:xfrm>
            <a:off x="5686723" y="3279435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C21D359-DD9E-72AB-308E-3AAB707267EF}"/>
              </a:ext>
            </a:extLst>
          </p:cNvPr>
          <p:cNvSpPr txBox="1"/>
          <p:nvPr/>
        </p:nvSpPr>
        <p:spPr>
          <a:xfrm>
            <a:off x="6694165" y="3083228"/>
            <a:ext cx="2126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Composition</a:t>
            </a:r>
            <a:endParaRPr lang="en-US" b="1" dirty="0">
              <a:solidFill>
                <a:srgbClr val="00B050"/>
              </a:solidFill>
              <a:latin typeface="Aptos" panose="02110004020202020204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7A2489-072A-6371-8E59-00666D66FB88}"/>
              </a:ext>
            </a:extLst>
          </p:cNvPr>
          <p:cNvCxnSpPr>
            <a:cxnSpLocks/>
          </p:cNvCxnSpPr>
          <p:nvPr/>
        </p:nvCxnSpPr>
        <p:spPr>
          <a:xfrm>
            <a:off x="4639864" y="3614888"/>
            <a:ext cx="0" cy="537368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03D5E92-2BB0-8B21-DA7C-51A11932E932}"/>
              </a:ext>
            </a:extLst>
          </p:cNvPr>
          <p:cNvSpPr txBox="1"/>
          <p:nvPr/>
        </p:nvSpPr>
        <p:spPr>
          <a:xfrm>
            <a:off x="4710858" y="3687320"/>
            <a:ext cx="33175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Sections specify US Core when available</a:t>
            </a:r>
          </a:p>
          <a:p>
            <a:r>
              <a:rPr lang="en-US" sz="1400" i="1" dirty="0"/>
              <a:t>Otherwise, default to </a:t>
            </a:r>
            <a:r>
              <a:rPr lang="en-US" sz="1400" i="1"/>
              <a:t>IPS profiles</a:t>
            </a:r>
            <a:endParaRPr lang="en-US" sz="1400" i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DD33F4-65E0-2D6E-7B2C-21EAC17064EE}"/>
              </a:ext>
            </a:extLst>
          </p:cNvPr>
          <p:cNvSpPr txBox="1"/>
          <p:nvPr/>
        </p:nvSpPr>
        <p:spPr>
          <a:xfrm>
            <a:off x="6548200" y="4326039"/>
            <a:ext cx="22281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/>
              <a:t>Variances from IPS clinical profiles to US Core documented in US-PCS</a:t>
            </a:r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BC78EDC7-F0E9-85EC-99AB-54BDEE443C55}"/>
              </a:ext>
            </a:extLst>
          </p:cNvPr>
          <p:cNvSpPr/>
          <p:nvPr/>
        </p:nvSpPr>
        <p:spPr>
          <a:xfrm>
            <a:off x="2483769" y="2444336"/>
            <a:ext cx="432048" cy="918461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1100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>
            <a:extLst>
              <a:ext uri="{FF2B5EF4-FFF2-40B4-BE49-F238E27FC236}">
                <a16:creationId xmlns:a16="http://schemas.microsoft.com/office/drawing/2014/main" id="{0942FD49-C10A-7F86-0182-01018D0A8A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48" t="17026" r="23535" b="23626"/>
          <a:stretch>
            <a:fillRect/>
          </a:stretch>
        </p:blipFill>
        <p:spPr>
          <a:xfrm>
            <a:off x="693616" y="2591485"/>
            <a:ext cx="1267858" cy="1393017"/>
          </a:xfrm>
          <a:prstGeom prst="rect">
            <a:avLst/>
          </a:prstGeom>
        </p:spPr>
      </p:pic>
      <p:pic>
        <p:nvPicPr>
          <p:cNvPr id="1026" name="Picture 2" descr="logo fhir">
            <a:extLst>
              <a:ext uri="{FF2B5EF4-FFF2-40B4-BE49-F238E27FC236}">
                <a16:creationId xmlns:a16="http://schemas.microsoft.com/office/drawing/2014/main" id="{0FBADC46-2EBA-4767-F677-9F9DCE589E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677389" y="2301737"/>
            <a:ext cx="576064" cy="84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4C0AE77-9580-EE6F-7BC5-7ECDB413B929}"/>
              </a:ext>
            </a:extLst>
          </p:cNvPr>
          <p:cNvSpPr txBox="1"/>
          <p:nvPr/>
        </p:nvSpPr>
        <p:spPr>
          <a:xfrm>
            <a:off x="278644" y="3933056"/>
            <a:ext cx="206819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US-PCS</a:t>
            </a:r>
          </a:p>
          <a:p>
            <a:pPr algn="ctr"/>
            <a:r>
              <a:rPr lang="en-US" sz="2800" b="1" dirty="0"/>
              <a:t>Document*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0F116CE-6A2A-17EA-BE84-B3BDF6FB9DE8}"/>
              </a:ext>
            </a:extLst>
          </p:cNvPr>
          <p:cNvSpPr/>
          <p:nvPr/>
        </p:nvSpPr>
        <p:spPr>
          <a:xfrm>
            <a:off x="2105472" y="3145113"/>
            <a:ext cx="782058" cy="524776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28B91B-17DF-D1E4-E176-ECAC8EBE8ADC}"/>
              </a:ext>
            </a:extLst>
          </p:cNvPr>
          <p:cNvSpPr txBox="1"/>
          <p:nvPr/>
        </p:nvSpPr>
        <p:spPr>
          <a:xfrm>
            <a:off x="2581428" y="3933056"/>
            <a:ext cx="224016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Clinician</a:t>
            </a:r>
            <a:br>
              <a:rPr lang="en-US" sz="2800" b="1" dirty="0"/>
            </a:br>
            <a:r>
              <a:rPr lang="en-US" sz="2800" b="1" dirty="0"/>
              <a:t>or Caregiver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23158F-9128-0415-912D-E82E93CC48E3}"/>
              </a:ext>
            </a:extLst>
          </p:cNvPr>
          <p:cNvSpPr txBox="1"/>
          <p:nvPr/>
        </p:nvSpPr>
        <p:spPr>
          <a:xfrm>
            <a:off x="5292081" y="719688"/>
            <a:ext cx="3851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How to Request </a:t>
            </a:r>
            <a:br>
              <a:rPr lang="en-US" sz="2800" b="1" dirty="0"/>
            </a:br>
            <a:r>
              <a:rPr lang="en-US" sz="2800" b="1" dirty="0"/>
              <a:t>Additional Data?</a:t>
            </a:r>
          </a:p>
        </p:txBody>
      </p:sp>
      <p:pic>
        <p:nvPicPr>
          <p:cNvPr id="16" name="Picture 2" descr="logo fhir">
            <a:extLst>
              <a:ext uri="{FF2B5EF4-FFF2-40B4-BE49-F238E27FC236}">
                <a16:creationId xmlns:a16="http://schemas.microsoft.com/office/drawing/2014/main" id="{F7ACDBE7-003D-F83F-904C-48A6640FBE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6001983" y="1994536"/>
            <a:ext cx="576064" cy="84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C89D72-0932-AFA5-F38E-FBC780D8C064}"/>
              </a:ext>
            </a:extLst>
          </p:cNvPr>
          <p:cNvCxnSpPr>
            <a:cxnSpLocks/>
            <a:stCxn id="42" idx="3"/>
            <a:endCxn id="25" idx="1"/>
          </p:cNvCxnSpPr>
          <p:nvPr/>
        </p:nvCxnSpPr>
        <p:spPr>
          <a:xfrm flipV="1">
            <a:off x="4373404" y="2416224"/>
            <a:ext cx="1540515" cy="978154"/>
          </a:xfrm>
          <a:prstGeom prst="bentConnector3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B7BD74B-DBC6-97A8-5720-9281EB4A1E95}"/>
              </a:ext>
            </a:extLst>
          </p:cNvPr>
          <p:cNvSpPr txBox="1"/>
          <p:nvPr/>
        </p:nvSpPr>
        <p:spPr>
          <a:xfrm>
            <a:off x="6876256" y="1824485"/>
            <a:ext cx="2000799" cy="118347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/>
              <a:t>Use FHIR endpoints from US-PCS to query US Core FHIR Servers  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6515556-E18A-C873-544E-79BF7FF75AD0}"/>
              </a:ext>
            </a:extLst>
          </p:cNvPr>
          <p:cNvCxnSpPr>
            <a:cxnSpLocks/>
            <a:stCxn id="42" idx="3"/>
            <a:endCxn id="39" idx="1"/>
          </p:cNvCxnSpPr>
          <p:nvPr/>
        </p:nvCxnSpPr>
        <p:spPr>
          <a:xfrm>
            <a:off x="4373404" y="3394378"/>
            <a:ext cx="1540515" cy="1047328"/>
          </a:xfrm>
          <a:prstGeom prst="bentConnector3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8E5FA0A-48AB-9A6C-A148-73CE414E80F3}"/>
              </a:ext>
            </a:extLst>
          </p:cNvPr>
          <p:cNvSpPr/>
          <p:nvPr/>
        </p:nvSpPr>
        <p:spPr>
          <a:xfrm>
            <a:off x="5913919" y="2326468"/>
            <a:ext cx="179512" cy="179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3103B2-FDD0-BE4B-3BBF-733BECDDC612}"/>
              </a:ext>
            </a:extLst>
          </p:cNvPr>
          <p:cNvSpPr txBox="1"/>
          <p:nvPr/>
        </p:nvSpPr>
        <p:spPr>
          <a:xfrm>
            <a:off x="6876256" y="3757380"/>
            <a:ext cx="2000799" cy="106879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/>
              <a:t>Use HIEs, EHR Networks or TEFCA QHINs to query for other documents or resources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BF9A3AC-8A48-66AC-6DC3-8328E38ECACB}"/>
              </a:ext>
            </a:extLst>
          </p:cNvPr>
          <p:cNvSpPr txBox="1"/>
          <p:nvPr/>
        </p:nvSpPr>
        <p:spPr>
          <a:xfrm>
            <a:off x="247756" y="4997032"/>
            <a:ext cx="4540267" cy="77655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 A US-PCS is a FHIR Clinical Document but only requires Problems, Allergies, Medications and key patient/document information. 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E13B725-247D-23A9-8356-9116D94EE4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414" t="20666" r="23960" b="28680"/>
          <a:stretch>
            <a:fillRect/>
          </a:stretch>
        </p:blipFill>
        <p:spPr>
          <a:xfrm>
            <a:off x="5913919" y="3990837"/>
            <a:ext cx="1034345" cy="901738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7FC7297-94B6-BE52-EA94-301C913012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650" t="22046" r="22213" b="29292"/>
          <a:stretch>
            <a:fillRect/>
          </a:stretch>
        </p:blipFill>
        <p:spPr>
          <a:xfrm>
            <a:off x="3059832" y="2769877"/>
            <a:ext cx="1313572" cy="124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16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6C45EA6-7E40-6EB5-ABD4-13B9666000F2}"/>
              </a:ext>
            </a:extLst>
          </p:cNvPr>
          <p:cNvSpPr/>
          <p:nvPr/>
        </p:nvSpPr>
        <p:spPr>
          <a:xfrm>
            <a:off x="206505" y="2780928"/>
            <a:ext cx="4158991" cy="3672622"/>
          </a:xfrm>
          <a:prstGeom prst="roundRect">
            <a:avLst>
              <a:gd name="adj" fmla="val 6226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A6C2EF-3DB1-9EF8-2696-E6AE6D6E6F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48" t="17026" r="23535" b="23626"/>
          <a:stretch>
            <a:fillRect/>
          </a:stretch>
        </p:blipFill>
        <p:spPr>
          <a:xfrm>
            <a:off x="450304" y="3701057"/>
            <a:ext cx="839676" cy="922566"/>
          </a:xfrm>
          <a:prstGeom prst="rect">
            <a:avLst/>
          </a:prstGeom>
        </p:spPr>
      </p:pic>
      <p:pic>
        <p:nvPicPr>
          <p:cNvPr id="5" name="Picture 2" descr="logo fhir">
            <a:extLst>
              <a:ext uri="{FF2B5EF4-FFF2-40B4-BE49-F238E27FC236}">
                <a16:creationId xmlns:a16="http://schemas.microsoft.com/office/drawing/2014/main" id="{17ED4006-1704-AC0D-FE69-C8C006E5ED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450304" y="3500446"/>
            <a:ext cx="350236" cy="512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680516-85AC-2877-BCF1-D30FC3832B6D}"/>
              </a:ext>
            </a:extLst>
          </p:cNvPr>
          <p:cNvSpPr txBox="1"/>
          <p:nvPr/>
        </p:nvSpPr>
        <p:spPr>
          <a:xfrm>
            <a:off x="0" y="1835372"/>
            <a:ext cx="4571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What goes into a</a:t>
            </a:r>
            <a:br>
              <a:rPr lang="en-US" sz="2400" b="1" dirty="0"/>
            </a:br>
            <a:r>
              <a:rPr lang="en-US" sz="2400" b="1" dirty="0"/>
              <a:t>US-PCS patient summary?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0F6F44-361A-FF12-2270-80FA74827035}"/>
              </a:ext>
            </a:extLst>
          </p:cNvPr>
          <p:cNvSpPr txBox="1"/>
          <p:nvPr/>
        </p:nvSpPr>
        <p:spPr>
          <a:xfrm>
            <a:off x="158635" y="2862913"/>
            <a:ext cx="4185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Summaries Require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486972-71A9-36FF-2D9C-893108288039}"/>
              </a:ext>
            </a:extLst>
          </p:cNvPr>
          <p:cNvSpPr txBox="1"/>
          <p:nvPr/>
        </p:nvSpPr>
        <p:spPr>
          <a:xfrm>
            <a:off x="4571999" y="1835372"/>
            <a:ext cx="4571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What capabilities must </a:t>
            </a:r>
            <a:br>
              <a:rPr lang="en-US" sz="2400" b="1" dirty="0"/>
            </a:br>
            <a:r>
              <a:rPr lang="en-US" sz="2400" b="1" dirty="0"/>
              <a:t>US-PCS systems support?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421645-74F6-D240-D3FD-5710A2660E3A}"/>
              </a:ext>
            </a:extLst>
          </p:cNvPr>
          <p:cNvCxnSpPr>
            <a:cxnSpLocks/>
          </p:cNvCxnSpPr>
          <p:nvPr/>
        </p:nvCxnSpPr>
        <p:spPr>
          <a:xfrm>
            <a:off x="4584699" y="1835372"/>
            <a:ext cx="0" cy="5022628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31F5697-C786-0EFC-1BD9-139DC83E7969}"/>
              </a:ext>
            </a:extLst>
          </p:cNvPr>
          <p:cNvSpPr txBox="1"/>
          <p:nvPr/>
        </p:nvSpPr>
        <p:spPr>
          <a:xfrm>
            <a:off x="1485176" y="3314229"/>
            <a:ext cx="27343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Patient Information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Document Information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Problems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Allergies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Medications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541120-9C50-AB81-7B83-6BD0BC66F836}"/>
              </a:ext>
            </a:extLst>
          </p:cNvPr>
          <p:cNvSpPr txBox="1"/>
          <p:nvPr/>
        </p:nvSpPr>
        <p:spPr>
          <a:xfrm>
            <a:off x="158635" y="4881718"/>
            <a:ext cx="41854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data may be sent to fulfill the</a:t>
            </a:r>
            <a:br>
              <a:rPr lang="en-US" dirty="0"/>
            </a:br>
            <a:r>
              <a:rPr lang="en-US" dirty="0"/>
              <a:t>use-case of the US-PCS. Summaries </a:t>
            </a:r>
            <a:br>
              <a:rPr lang="en-US" dirty="0"/>
            </a:br>
            <a:r>
              <a:rPr lang="en-US" dirty="0"/>
              <a:t>are </a:t>
            </a:r>
            <a:r>
              <a:rPr lang="en-US" b="1" dirty="0"/>
              <a:t>minimal</a:t>
            </a:r>
            <a:r>
              <a:rPr lang="en-US" dirty="0"/>
              <a:t> and </a:t>
            </a:r>
            <a:r>
              <a:rPr lang="en-US" b="1" dirty="0"/>
              <a:t>non-exhaustive</a:t>
            </a:r>
            <a:r>
              <a:rPr lang="en-US" dirty="0"/>
              <a:t> to support clinical decision-making </a:t>
            </a:r>
            <a:br>
              <a:rPr lang="en-US" dirty="0"/>
            </a:br>
            <a:r>
              <a:rPr lang="en-US" dirty="0"/>
              <a:t>across organizational borders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24B6BA7-5002-B454-4FAA-47549EA44BFD}"/>
              </a:ext>
            </a:extLst>
          </p:cNvPr>
          <p:cNvSpPr/>
          <p:nvPr/>
        </p:nvSpPr>
        <p:spPr>
          <a:xfrm>
            <a:off x="4825298" y="2780928"/>
            <a:ext cx="4112197" cy="3672622"/>
          </a:xfrm>
          <a:prstGeom prst="roundRect">
            <a:avLst>
              <a:gd name="adj" fmla="val 4823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3D4DF1-FB70-89A6-D18B-0202C380FC94}"/>
              </a:ext>
            </a:extLst>
          </p:cNvPr>
          <p:cNvSpPr txBox="1"/>
          <p:nvPr/>
        </p:nvSpPr>
        <p:spPr>
          <a:xfrm>
            <a:off x="5688920" y="2862913"/>
            <a:ext cx="2586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u="sng" dirty="0">
                <a:solidFill>
                  <a:schemeClr val="tx2"/>
                </a:solidFill>
              </a:rPr>
              <a:t>Systems Must Support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B14D61-942A-01EC-A9F7-C8D0C50C4D75}"/>
              </a:ext>
            </a:extLst>
          </p:cNvPr>
          <p:cNvSpPr txBox="1"/>
          <p:nvPr/>
        </p:nvSpPr>
        <p:spPr>
          <a:xfrm>
            <a:off x="4934274" y="3243349"/>
            <a:ext cx="4011088" cy="3247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US-PCS Bundle &amp; Composition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US Core (6.1.0 or higher)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Patient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Organization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Practitioner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Section Clinical Resources</a:t>
            </a:r>
            <a:br>
              <a:rPr lang="en-US" dirty="0"/>
            </a:br>
            <a:endParaRPr lang="en-US" sz="200" dirty="0"/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Seven Sections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endParaRPr lang="en-US" sz="2000" dirty="0"/>
          </a:p>
          <a:p>
            <a:pPr marL="227013" indent="-227013">
              <a:buFont typeface="Wingdings" panose="05000000000000000000" pitchFamily="2" charset="2"/>
              <a:buChar char="§"/>
            </a:pPr>
            <a:endParaRPr lang="en-US" sz="2000" dirty="0"/>
          </a:p>
          <a:p>
            <a:endParaRPr lang="en-US" dirty="0"/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The IPS $summary operation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0BD516-CDD5-3B12-FEC9-011DBF34E178}"/>
              </a:ext>
            </a:extLst>
          </p:cNvPr>
          <p:cNvSpPr txBox="1"/>
          <p:nvPr/>
        </p:nvSpPr>
        <p:spPr>
          <a:xfrm>
            <a:off x="5204806" y="5139327"/>
            <a:ext cx="19204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4163" indent="-284163">
              <a:buFont typeface="+mj-lt"/>
              <a:buAutoNum type="arabicPeriod"/>
            </a:pPr>
            <a:r>
              <a:rPr lang="en-US" dirty="0"/>
              <a:t>Problems</a:t>
            </a:r>
          </a:p>
          <a:p>
            <a:pPr marL="284163" indent="-284163">
              <a:buFont typeface="+mj-lt"/>
              <a:buAutoNum type="arabicPeriod"/>
            </a:pPr>
            <a:r>
              <a:rPr lang="en-US" dirty="0"/>
              <a:t>Allergies</a:t>
            </a:r>
          </a:p>
          <a:p>
            <a:pPr marL="284163" indent="-284163">
              <a:buFont typeface="+mj-lt"/>
              <a:buAutoNum type="arabicPeriod"/>
            </a:pPr>
            <a:r>
              <a:rPr lang="en-US" dirty="0"/>
              <a:t>Medications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1696A9-C897-1AE7-F0AA-3B8D5CC1BA05}"/>
              </a:ext>
            </a:extLst>
          </p:cNvPr>
          <p:cNvSpPr txBox="1"/>
          <p:nvPr/>
        </p:nvSpPr>
        <p:spPr>
          <a:xfrm>
            <a:off x="6914304" y="4862328"/>
            <a:ext cx="20231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+mj-lt"/>
              <a:buAutoNum type="arabicPeriod" startAt="4"/>
            </a:pPr>
            <a:r>
              <a:rPr lang="en-US" dirty="0"/>
              <a:t>Encounters</a:t>
            </a:r>
          </a:p>
          <a:p>
            <a:pPr marL="285750" indent="-285750">
              <a:buFont typeface="+mj-lt"/>
              <a:buAutoNum type="arabicPeriod" startAt="4"/>
            </a:pPr>
            <a:r>
              <a:rPr lang="en-US" dirty="0"/>
              <a:t>Immunizations</a:t>
            </a:r>
          </a:p>
          <a:p>
            <a:pPr marL="284163" indent="-284163">
              <a:buFont typeface="+mj-lt"/>
              <a:buAutoNum type="arabicPeriod" startAt="4"/>
            </a:pPr>
            <a:r>
              <a:rPr lang="en-US" dirty="0"/>
              <a:t>Procedures </a:t>
            </a:r>
          </a:p>
          <a:p>
            <a:pPr marL="284163" indent="-284163">
              <a:buFont typeface="+mj-lt"/>
              <a:buAutoNum type="arabicPeriod" startAt="4"/>
            </a:pPr>
            <a:r>
              <a:rPr lang="en-US" dirty="0"/>
              <a:t>Results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F76489-AC6A-D4E3-2550-970E38CA02C9}"/>
              </a:ext>
            </a:extLst>
          </p:cNvPr>
          <p:cNvSpPr txBox="1"/>
          <p:nvPr/>
        </p:nvSpPr>
        <p:spPr>
          <a:xfrm>
            <a:off x="493677" y="1194114"/>
            <a:ext cx="2376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Business </a:t>
            </a:r>
            <a:b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Principles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8EDF34-AEFD-2B83-B3AA-D12A935EF18D}"/>
              </a:ext>
            </a:extLst>
          </p:cNvPr>
          <p:cNvSpPr txBox="1"/>
          <p:nvPr/>
        </p:nvSpPr>
        <p:spPr>
          <a:xfrm>
            <a:off x="7028375" y="1194114"/>
            <a:ext cx="1416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Technical </a:t>
            </a:r>
            <a:br>
              <a:rPr lang="en-US" i="1" dirty="0">
                <a:solidFill>
                  <a:schemeClr val="accent2">
                    <a:lumMod val="75000"/>
                  </a:schemeClr>
                </a:solidFill>
              </a:rPr>
            </a:br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Capability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659710-C4CA-B6B6-E79D-46BE56C1AE1C}"/>
              </a:ext>
            </a:extLst>
          </p:cNvPr>
          <p:cNvSpPr txBox="1"/>
          <p:nvPr/>
        </p:nvSpPr>
        <p:spPr>
          <a:xfrm>
            <a:off x="2555776" y="431469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48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The “US-PCS”</a:t>
            </a:r>
            <a:endParaRPr lang="en-US" dirty="0"/>
          </a:p>
        </p:txBody>
      </p:sp>
      <p:sp>
        <p:nvSpPr>
          <p:cNvPr id="29" name="Arrow: Bent 28">
            <a:extLst>
              <a:ext uri="{FF2B5EF4-FFF2-40B4-BE49-F238E27FC236}">
                <a16:creationId xmlns:a16="http://schemas.microsoft.com/office/drawing/2014/main" id="{7169D460-E512-56FB-0D57-9524721F5688}"/>
              </a:ext>
            </a:extLst>
          </p:cNvPr>
          <p:cNvSpPr/>
          <p:nvPr/>
        </p:nvSpPr>
        <p:spPr>
          <a:xfrm rot="5400000">
            <a:off x="6256940" y="835849"/>
            <a:ext cx="1008111" cy="774912"/>
          </a:xfrm>
          <a:prstGeom prst="ben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Bent 29">
            <a:extLst>
              <a:ext uri="{FF2B5EF4-FFF2-40B4-BE49-F238E27FC236}">
                <a16:creationId xmlns:a16="http://schemas.microsoft.com/office/drawing/2014/main" id="{E7A9F9D2-6155-7BB1-A393-1A01AD09292E}"/>
              </a:ext>
            </a:extLst>
          </p:cNvPr>
          <p:cNvSpPr/>
          <p:nvPr/>
        </p:nvSpPr>
        <p:spPr>
          <a:xfrm rot="5400000" flipV="1">
            <a:off x="1584003" y="846187"/>
            <a:ext cx="1008111" cy="754236"/>
          </a:xfrm>
          <a:prstGeom prst="bentArrow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ylinder 32">
            <a:extLst>
              <a:ext uri="{FF2B5EF4-FFF2-40B4-BE49-F238E27FC236}">
                <a16:creationId xmlns:a16="http://schemas.microsoft.com/office/drawing/2014/main" id="{66716741-6FE0-11F8-A485-D21578EF6864}"/>
              </a:ext>
            </a:extLst>
          </p:cNvPr>
          <p:cNvSpPr/>
          <p:nvPr/>
        </p:nvSpPr>
        <p:spPr>
          <a:xfrm>
            <a:off x="8045463" y="4225524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Cylinder 33">
            <a:extLst>
              <a:ext uri="{FF2B5EF4-FFF2-40B4-BE49-F238E27FC236}">
                <a16:creationId xmlns:a16="http://schemas.microsoft.com/office/drawing/2014/main" id="{29431E6E-6E1A-56A0-B20F-F053AB101DDA}"/>
              </a:ext>
            </a:extLst>
          </p:cNvPr>
          <p:cNvSpPr/>
          <p:nvPr/>
        </p:nvSpPr>
        <p:spPr>
          <a:xfrm>
            <a:off x="8045463" y="4006077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Cylinder 34">
            <a:extLst>
              <a:ext uri="{FF2B5EF4-FFF2-40B4-BE49-F238E27FC236}">
                <a16:creationId xmlns:a16="http://schemas.microsoft.com/office/drawing/2014/main" id="{B2FD8B3C-3107-A405-6865-9B770FD85B51}"/>
              </a:ext>
            </a:extLst>
          </p:cNvPr>
          <p:cNvSpPr/>
          <p:nvPr/>
        </p:nvSpPr>
        <p:spPr>
          <a:xfrm>
            <a:off x="8045463" y="3786629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8" name="Picture 2" descr="logo fhir">
            <a:extLst>
              <a:ext uri="{FF2B5EF4-FFF2-40B4-BE49-F238E27FC236}">
                <a16:creationId xmlns:a16="http://schemas.microsoft.com/office/drawing/2014/main" id="{3148ACF8-DD03-E429-47DC-74E3125CB4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8534139" y="3493358"/>
            <a:ext cx="350236" cy="512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4893193"/>
      </p:ext>
    </p:extLst>
  </p:cSld>
  <p:clrMapOvr>
    <a:masterClrMapping/>
  </p:clrMapOvr>
</p:sld>
</file>

<file path=ppt/theme/theme1.xml><?xml version="1.0" encoding="utf-8"?>
<a:theme xmlns:a="http://schemas.openxmlformats.org/drawingml/2006/main" name="Refined">
  <a:themeElements>
    <a:clrScheme name="Refined 6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CC3300"/>
      </a:accent1>
      <a:accent2>
        <a:srgbClr val="666699"/>
      </a:accent2>
      <a:accent3>
        <a:srgbClr val="FFFFFF"/>
      </a:accent3>
      <a:accent4>
        <a:srgbClr val="000000"/>
      </a:accent4>
      <a:accent5>
        <a:srgbClr val="E2ADAA"/>
      </a:accent5>
      <a:accent6>
        <a:srgbClr val="5C5C8A"/>
      </a:accent6>
      <a:hlink>
        <a:srgbClr val="999900"/>
      </a:hlink>
      <a:folHlink>
        <a:srgbClr val="4D4D4D"/>
      </a:folHlink>
    </a:clrScheme>
    <a:fontScheme name="Refined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Refined 1">
        <a:dk1>
          <a:srgbClr val="666633"/>
        </a:dk1>
        <a:lt1>
          <a:srgbClr val="FFFFFF"/>
        </a:lt1>
        <a:dk2>
          <a:srgbClr val="000000"/>
        </a:dk2>
        <a:lt2>
          <a:srgbClr val="FFFFFF"/>
        </a:lt2>
        <a:accent1>
          <a:srgbClr val="666699"/>
        </a:accent1>
        <a:accent2>
          <a:srgbClr val="990000"/>
        </a:accent2>
        <a:accent3>
          <a:srgbClr val="AAAAAA"/>
        </a:accent3>
        <a:accent4>
          <a:srgbClr val="DADADA"/>
        </a:accent4>
        <a:accent5>
          <a:srgbClr val="B8B8CA"/>
        </a:accent5>
        <a:accent6>
          <a:srgbClr val="8A0000"/>
        </a:accent6>
        <a:hlink>
          <a:srgbClr val="99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2">
        <a:dk1>
          <a:srgbClr val="4D4D4D"/>
        </a:dk1>
        <a:lt1>
          <a:srgbClr val="FFFFFF"/>
        </a:lt1>
        <a:dk2>
          <a:srgbClr val="4A1102"/>
        </a:dk2>
        <a:lt2>
          <a:srgbClr val="FFFFFF"/>
        </a:lt2>
        <a:accent1>
          <a:srgbClr val="CC3300"/>
        </a:accent1>
        <a:accent2>
          <a:srgbClr val="666699"/>
        </a:accent2>
        <a:accent3>
          <a:srgbClr val="B1AAAA"/>
        </a:accent3>
        <a:accent4>
          <a:srgbClr val="DADADA"/>
        </a:accent4>
        <a:accent5>
          <a:srgbClr val="E2ADAA"/>
        </a:accent5>
        <a:accent6>
          <a:srgbClr val="5C5C8A"/>
        </a:accent6>
        <a:hlink>
          <a:srgbClr val="FF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3">
        <a:dk1>
          <a:srgbClr val="666699"/>
        </a:dk1>
        <a:lt1>
          <a:srgbClr val="FFFFFF"/>
        </a:lt1>
        <a:dk2>
          <a:srgbClr val="400040"/>
        </a:dk2>
        <a:lt2>
          <a:srgbClr val="FFFFFF"/>
        </a:lt2>
        <a:accent1>
          <a:srgbClr val="FFCC00"/>
        </a:accent1>
        <a:accent2>
          <a:srgbClr val="FF3300"/>
        </a:accent2>
        <a:accent3>
          <a:srgbClr val="AFAAAF"/>
        </a:accent3>
        <a:accent4>
          <a:srgbClr val="DADADA"/>
        </a:accent4>
        <a:accent5>
          <a:srgbClr val="FFE2AA"/>
        </a:accent5>
        <a:accent6>
          <a:srgbClr val="E72D00"/>
        </a:accent6>
        <a:hlink>
          <a:srgbClr val="CC9900"/>
        </a:hlink>
        <a:folHlink>
          <a:srgbClr val="CC33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4">
        <a:dk1>
          <a:srgbClr val="4D4D4D"/>
        </a:dk1>
        <a:lt1>
          <a:srgbClr val="FFFFFF"/>
        </a:lt1>
        <a:dk2>
          <a:srgbClr val="006699"/>
        </a:dk2>
        <a:lt2>
          <a:srgbClr val="CCECFF"/>
        </a:lt2>
        <a:accent1>
          <a:srgbClr val="339966"/>
        </a:accent1>
        <a:accent2>
          <a:srgbClr val="3366FF"/>
        </a:accent2>
        <a:accent3>
          <a:srgbClr val="AAB8CA"/>
        </a:accent3>
        <a:accent4>
          <a:srgbClr val="DADADA"/>
        </a:accent4>
        <a:accent5>
          <a:srgbClr val="ADCAB8"/>
        </a:accent5>
        <a:accent6>
          <a:srgbClr val="2D5CE7"/>
        </a:accent6>
        <a:hlink>
          <a:srgbClr val="33CCFF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5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FF6600"/>
        </a:accent1>
        <a:accent2>
          <a:srgbClr val="FF9933"/>
        </a:accent2>
        <a:accent3>
          <a:srgbClr val="FFFFFF"/>
        </a:accent3>
        <a:accent4>
          <a:srgbClr val="000000"/>
        </a:accent4>
        <a:accent5>
          <a:srgbClr val="FFB8AA"/>
        </a:accent5>
        <a:accent6>
          <a:srgbClr val="E78A2D"/>
        </a:accent6>
        <a:hlink>
          <a:srgbClr val="FFCC00"/>
        </a:hlink>
        <a:folHlink>
          <a:srgbClr val="3333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6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3300"/>
        </a:accent1>
        <a:accent2>
          <a:srgbClr val="666699"/>
        </a:accent2>
        <a:accent3>
          <a:srgbClr val="FFFFFF"/>
        </a:accent3>
        <a:accent4>
          <a:srgbClr val="000000"/>
        </a:accent4>
        <a:accent5>
          <a:srgbClr val="E2ADAA"/>
        </a:accent5>
        <a:accent6>
          <a:srgbClr val="5C5C8A"/>
        </a:accent6>
        <a:hlink>
          <a:srgbClr val="999900"/>
        </a:hlink>
        <a:folHlink>
          <a:srgbClr val="4D4D4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7">
        <a:dk1>
          <a:srgbClr val="000000"/>
        </a:dk1>
        <a:lt1>
          <a:srgbClr val="FFFFFF"/>
        </a:lt1>
        <a:dk2>
          <a:srgbClr val="000066"/>
        </a:dk2>
        <a:lt2>
          <a:srgbClr val="333399"/>
        </a:lt2>
        <a:accent1>
          <a:srgbClr val="3399FF"/>
        </a:accent1>
        <a:accent2>
          <a:srgbClr val="9999FF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8AE7"/>
        </a:accent6>
        <a:hlink>
          <a:srgbClr val="00CCFF"/>
        </a:hlink>
        <a:folHlink>
          <a:srgbClr val="5F5F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Ambassador HL7 Power Point Template 2012</Template>
  <TotalTime>63461</TotalTime>
  <Words>451</Words>
  <Application>Microsoft Office PowerPoint</Application>
  <PresentationFormat>On-screen Show (4:3)</PresentationFormat>
  <Paragraphs>146</Paragraphs>
  <Slides>9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Georgia</vt:lpstr>
      <vt:lpstr>Times New Roman</vt:lpstr>
      <vt:lpstr>Verdana</vt:lpstr>
      <vt:lpstr>Wingdings</vt:lpstr>
      <vt:lpstr>Refined</vt:lpstr>
      <vt:lpstr>Office Theme</vt:lpstr>
      <vt:lpstr>Photo Editor Photo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IPS Composition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FHIR Webinar</dc:title>
  <dc:creator>Grahame</dc:creator>
  <cp:lastModifiedBy>John DAmore</cp:lastModifiedBy>
  <cp:revision>2015</cp:revision>
  <dcterms:created xsi:type="dcterms:W3CDTF">2012-12-03T20:41:34Z</dcterms:created>
  <dcterms:modified xsi:type="dcterms:W3CDTF">2026-06-04T18:04:48Z</dcterms:modified>
</cp:coreProperties>
</file>